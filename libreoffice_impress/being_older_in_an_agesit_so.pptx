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49" r:id="rId1"/>
  </p:sldMasterIdLst>
  <p:sldIdLst>
    <p:sldId id="256" r:id="rId2"/>
    <p:sldId id="257" r:id="rId3"/>
    <p:sldId id="264" r:id="rId4"/>
    <p:sldId id="258" r:id="rId5"/>
    <p:sldId id="259" r:id="rId6"/>
    <p:sldId id="260"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61" r:id="rId20"/>
    <p:sldId id="277" r:id="rId21"/>
    <p:sldId id="278" r:id="rId22"/>
    <p:sldId id="263" r:id="rId23"/>
    <p:sldId id="279" r:id="rId24"/>
    <p:sldId id="280" r:id="rId25"/>
    <p:sldId id="282" r:id="rId26"/>
    <p:sldId id="281" r:id="rId27"/>
    <p:sldId id="283" r:id="rId28"/>
    <p:sldId id="284" r:id="rId29"/>
    <p:sldId id="285" r:id="rId30"/>
  </p:sldIdLst>
  <p:sldSz cx="9144000" cy="6858000" type="screen4x3"/>
  <p:notesSz cx="6858000" cy="9144000"/>
  <p:defaultTextStyle>
    <a:defPPr>
      <a:defRPr lang="en-US"/>
    </a:defPPr>
    <a:lvl1pPr algn="l" rtl="0" eaLnBrk="0" fontAlgn="base" hangingPunct="0">
      <a:spcBef>
        <a:spcPct val="0"/>
      </a:spcBef>
      <a:spcAft>
        <a:spcPct val="0"/>
      </a:spcAft>
      <a:defRPr sz="2400" b="1" u="sng"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b="1" u="sng"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b="1" u="sng"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b="1" u="sng"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b="1" u="sng" kern="1200">
        <a:solidFill>
          <a:schemeClr val="tx1"/>
        </a:solidFill>
        <a:latin typeface="Times New Roman" panose="02020603050405020304" pitchFamily="18" charset="0"/>
        <a:ea typeface="+mn-ea"/>
        <a:cs typeface="+mn-cs"/>
      </a:defRPr>
    </a:lvl5pPr>
    <a:lvl6pPr marL="2286000" algn="l" defTabSz="914400" rtl="0" eaLnBrk="1" latinLnBrk="1" hangingPunct="1">
      <a:defRPr sz="2400" b="1" u="sng" kern="1200">
        <a:solidFill>
          <a:schemeClr val="tx1"/>
        </a:solidFill>
        <a:latin typeface="Times New Roman" panose="02020603050405020304" pitchFamily="18" charset="0"/>
        <a:ea typeface="+mn-ea"/>
        <a:cs typeface="+mn-cs"/>
      </a:defRPr>
    </a:lvl6pPr>
    <a:lvl7pPr marL="2743200" algn="l" defTabSz="914400" rtl="0" eaLnBrk="1" latinLnBrk="1" hangingPunct="1">
      <a:defRPr sz="2400" b="1" u="sng" kern="1200">
        <a:solidFill>
          <a:schemeClr val="tx1"/>
        </a:solidFill>
        <a:latin typeface="Times New Roman" panose="02020603050405020304" pitchFamily="18" charset="0"/>
        <a:ea typeface="+mn-ea"/>
        <a:cs typeface="+mn-cs"/>
      </a:defRPr>
    </a:lvl7pPr>
    <a:lvl8pPr marL="3200400" algn="l" defTabSz="914400" rtl="0" eaLnBrk="1" latinLnBrk="1" hangingPunct="1">
      <a:defRPr sz="2400" b="1" u="sng" kern="1200">
        <a:solidFill>
          <a:schemeClr val="tx1"/>
        </a:solidFill>
        <a:latin typeface="Times New Roman" panose="02020603050405020304" pitchFamily="18" charset="0"/>
        <a:ea typeface="+mn-ea"/>
        <a:cs typeface="+mn-cs"/>
      </a:defRPr>
    </a:lvl8pPr>
    <a:lvl9pPr marL="3657600" algn="l" defTabSz="914400" rtl="0" eaLnBrk="1" latinLnBrk="1" hangingPunct="1">
      <a:defRPr sz="2400" b="1" u="sng"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0"/>
    <p:restoredTop sz="90946"/>
  </p:normalViewPr>
  <p:slideViewPr>
    <p:cSldViewPr showGuides="1">
      <p:cViewPr varScale="1">
        <p:scale>
          <a:sx n="112" d="100"/>
          <a:sy n="112" d="100"/>
        </p:scale>
        <p:origin x="75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grpSp>
        <p:nvGrpSpPr>
          <p:cNvPr id="4098" name="Group 2">
            <a:extLst>
              <a:ext uri="{FF2B5EF4-FFF2-40B4-BE49-F238E27FC236}">
                <a16:creationId xmlns:a16="http://schemas.microsoft.com/office/drawing/2014/main" id="{6D899F7D-7DEA-495E-7A39-33C85CDDAFB6}"/>
              </a:ext>
            </a:extLst>
          </p:cNvPr>
          <p:cNvGrpSpPr>
            <a:grpSpLocks/>
          </p:cNvGrpSpPr>
          <p:nvPr/>
        </p:nvGrpSpPr>
        <p:grpSpPr bwMode="auto">
          <a:xfrm>
            <a:off x="0" y="0"/>
            <a:ext cx="8478838" cy="6173788"/>
            <a:chOff x="0" y="0"/>
            <a:chExt cx="5341" cy="3889"/>
          </a:xfrm>
        </p:grpSpPr>
        <p:sp>
          <p:nvSpPr>
            <p:cNvPr id="4099" name="Freeform 3">
              <a:extLst>
                <a:ext uri="{FF2B5EF4-FFF2-40B4-BE49-F238E27FC236}">
                  <a16:creationId xmlns:a16="http://schemas.microsoft.com/office/drawing/2014/main" id="{19459391-40DA-CABE-A6C5-A478D89987AA}"/>
                </a:ext>
              </a:extLst>
            </p:cNvPr>
            <p:cNvSpPr>
              <a:spLocks/>
            </p:cNvSpPr>
            <p:nvPr/>
          </p:nvSpPr>
          <p:spPr bwMode="auto">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Lst>
              <a:ahLst/>
              <a:cxnLst>
                <a:cxn ang="0">
                  <a:pos x="T0" y="T1"/>
                </a:cxn>
                <a:cxn ang="0">
                  <a:pos x="T2" y="T3"/>
                </a:cxn>
                <a:cxn ang="0">
                  <a:pos x="T4" y="T5"/>
                </a:cxn>
                <a:cxn ang="0">
                  <a:pos x="T6" y="T7"/>
                </a:cxn>
                <a:cxn ang="0">
                  <a:pos x="T8" y="T9"/>
                </a:cxn>
                <a:cxn ang="0">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000"/>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ko-KR" altLang="en-US"/>
            </a:p>
          </p:txBody>
        </p:sp>
        <p:sp>
          <p:nvSpPr>
            <p:cNvPr id="4100" name="Freeform 4">
              <a:extLst>
                <a:ext uri="{FF2B5EF4-FFF2-40B4-BE49-F238E27FC236}">
                  <a16:creationId xmlns:a16="http://schemas.microsoft.com/office/drawing/2014/main" id="{5C478C91-C57D-4763-2CFD-66BCF7FE236D}"/>
                </a:ext>
              </a:extLst>
            </p:cNvPr>
            <p:cNvSpPr>
              <a:spLocks/>
            </p:cNvSpPr>
            <p:nvPr/>
          </p:nvSpPr>
          <p:spPr bwMode="auto">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Lst>
              <a:ahLst/>
              <a:cxnLst>
                <a:cxn ang="0">
                  <a:pos x="T0" y="T1"/>
                </a:cxn>
                <a:cxn ang="0">
                  <a:pos x="T2" y="T3"/>
                </a:cxn>
                <a:cxn ang="0">
                  <a:pos x="T4" y="T5"/>
                </a:cxn>
                <a:cxn ang="0">
                  <a:pos x="T6" y="T7"/>
                </a:cxn>
                <a:cxn ang="0">
                  <a:pos x="T8" y="T9"/>
                </a:cxn>
              </a:cxnLst>
              <a:rect l="0" t="0" r="r" b="b"/>
              <a:pathLst>
                <a:path w="3394" h="3223">
                  <a:moveTo>
                    <a:pt x="370" y="0"/>
                  </a:moveTo>
                  <a:lnTo>
                    <a:pt x="3393" y="3036"/>
                  </a:lnTo>
                  <a:lnTo>
                    <a:pt x="3208" y="3222"/>
                  </a:lnTo>
                  <a:lnTo>
                    <a:pt x="0" y="0"/>
                  </a:lnTo>
                  <a:lnTo>
                    <a:pt x="370" y="0"/>
                  </a:lnTo>
                </a:path>
              </a:pathLst>
            </a:custGeom>
            <a:solidFill>
              <a:schemeClr val="bg1">
                <a:alpha val="50000"/>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ko-KR" altLang="en-US"/>
            </a:p>
          </p:txBody>
        </p:sp>
        <p:sp>
          <p:nvSpPr>
            <p:cNvPr id="4101" name="Freeform 5">
              <a:extLst>
                <a:ext uri="{FF2B5EF4-FFF2-40B4-BE49-F238E27FC236}">
                  <a16:creationId xmlns:a16="http://schemas.microsoft.com/office/drawing/2014/main" id="{B8A2B696-C53C-BD07-2E44-D0FF0467D78B}"/>
                </a:ext>
              </a:extLst>
            </p:cNvPr>
            <p:cNvSpPr>
              <a:spLocks/>
            </p:cNvSpPr>
            <p:nvPr/>
          </p:nvSpPr>
          <p:spPr bwMode="auto">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Lst>
              <a:ahLst/>
              <a:cxnLst>
                <a:cxn ang="0">
                  <a:pos x="T0" y="T1"/>
                </a:cxn>
                <a:cxn ang="0">
                  <a:pos x="T2" y="T3"/>
                </a:cxn>
                <a:cxn ang="0">
                  <a:pos x="T4" y="T5"/>
                </a:cxn>
                <a:cxn ang="0">
                  <a:pos x="T6" y="T7"/>
                </a:cxn>
                <a:cxn ang="0">
                  <a:pos x="T8" y="T9"/>
                </a:cxn>
              </a:cxnLst>
              <a:rect l="0" t="0" r="r" b="b"/>
              <a:pathLst>
                <a:path w="2859" h="2556">
                  <a:moveTo>
                    <a:pt x="630" y="0"/>
                  </a:moveTo>
                  <a:lnTo>
                    <a:pt x="2858" y="2238"/>
                  </a:lnTo>
                  <a:lnTo>
                    <a:pt x="2543" y="2555"/>
                  </a:lnTo>
                  <a:lnTo>
                    <a:pt x="0" y="0"/>
                  </a:lnTo>
                  <a:lnTo>
                    <a:pt x="630" y="0"/>
                  </a:lnTo>
                </a:path>
              </a:pathLst>
            </a:custGeom>
            <a:solidFill>
              <a:schemeClr val="bg1">
                <a:alpha val="50000"/>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ko-KR" altLang="en-US"/>
            </a:p>
          </p:txBody>
        </p:sp>
        <p:sp>
          <p:nvSpPr>
            <p:cNvPr id="4102" name="Freeform 6">
              <a:extLst>
                <a:ext uri="{FF2B5EF4-FFF2-40B4-BE49-F238E27FC236}">
                  <a16:creationId xmlns:a16="http://schemas.microsoft.com/office/drawing/2014/main" id="{B32CD73F-DC63-A682-6A68-77697CB516E1}"/>
                </a:ext>
              </a:extLst>
            </p:cNvPr>
            <p:cNvSpPr>
              <a:spLocks/>
            </p:cNvSpPr>
            <p:nvPr/>
          </p:nvSpPr>
          <p:spPr bwMode="auto">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Lst>
              <a:ahLst/>
              <a:cxnLst>
                <a:cxn ang="0">
                  <a:pos x="T0" y="T1"/>
                </a:cxn>
                <a:cxn ang="0">
                  <a:pos x="T2" y="T3"/>
                </a:cxn>
                <a:cxn ang="0">
                  <a:pos x="T4" y="T5"/>
                </a:cxn>
                <a:cxn ang="0">
                  <a:pos x="T6" y="T7"/>
                </a:cxn>
                <a:cxn ang="0">
                  <a:pos x="T8" y="T9"/>
                </a:cxn>
              </a:cxnLst>
              <a:rect l="0" t="0" r="r" b="b"/>
              <a:pathLst>
                <a:path w="2286" h="2121">
                  <a:moveTo>
                    <a:pt x="0" y="0"/>
                  </a:moveTo>
                  <a:lnTo>
                    <a:pt x="2111" y="2120"/>
                  </a:lnTo>
                  <a:lnTo>
                    <a:pt x="2285" y="1945"/>
                  </a:lnTo>
                  <a:lnTo>
                    <a:pt x="348" y="0"/>
                  </a:lnTo>
                  <a:lnTo>
                    <a:pt x="0" y="0"/>
                  </a:lnTo>
                </a:path>
              </a:pathLst>
            </a:custGeom>
            <a:solidFill>
              <a:schemeClr val="bg1">
                <a:alpha val="50000"/>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ko-KR" altLang="en-US"/>
            </a:p>
          </p:txBody>
        </p:sp>
      </p:grpSp>
      <p:sp>
        <p:nvSpPr>
          <p:cNvPr id="4103" name="Rectangle 7">
            <a:extLst>
              <a:ext uri="{FF2B5EF4-FFF2-40B4-BE49-F238E27FC236}">
                <a16:creationId xmlns:a16="http://schemas.microsoft.com/office/drawing/2014/main" id="{EF4A7267-C43A-FE70-91A7-7752B9F5A3B7}"/>
              </a:ext>
            </a:extLst>
          </p:cNvPr>
          <p:cNvSpPr>
            <a:spLocks noGrp="1" noChangeArrowheads="1"/>
          </p:cNvSpPr>
          <p:nvPr>
            <p:ph type="ctrTitle" sz="quarter"/>
          </p:nvPr>
        </p:nvSpPr>
        <p:spPr>
          <a:xfrm>
            <a:off x="685800" y="1143000"/>
            <a:ext cx="7772400" cy="1143000"/>
          </a:xfrm>
        </p:spPr>
        <p:txBody>
          <a:bodyPr/>
          <a:lstStyle>
            <a:lvl1pPr>
              <a:defRPr/>
            </a:lvl1pPr>
          </a:lstStyle>
          <a:p>
            <a:pPr lvl="0"/>
            <a:r>
              <a:rPr lang="en-US" altLang="ko-KR" noProof="0"/>
              <a:t>Click to edit Master title style</a:t>
            </a:r>
          </a:p>
        </p:txBody>
      </p:sp>
      <p:sp>
        <p:nvSpPr>
          <p:cNvPr id="4104" name="Rectangle 8">
            <a:extLst>
              <a:ext uri="{FF2B5EF4-FFF2-40B4-BE49-F238E27FC236}">
                <a16:creationId xmlns:a16="http://schemas.microsoft.com/office/drawing/2014/main" id="{66423770-DD34-52D8-82E9-441690D74F3C}"/>
              </a:ext>
            </a:extLst>
          </p:cNvPr>
          <p:cNvSpPr>
            <a:spLocks noGrp="1" noChangeArrowheads="1"/>
          </p:cNvSpPr>
          <p:nvPr>
            <p:ph type="subTitle" sz="quarter" idx="1"/>
          </p:nvPr>
        </p:nvSpPr>
        <p:spPr>
          <a:xfrm>
            <a:off x="1371600" y="2819400"/>
            <a:ext cx="6400800" cy="1752600"/>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0" indent="0" algn="ctr">
              <a:buFont typeface="Wingdings" pitchFamily="2" charset="2"/>
              <a:buNone/>
              <a:defRPr/>
            </a:lvl1pPr>
          </a:lstStyle>
          <a:p>
            <a:pPr lvl="0"/>
            <a:r>
              <a:rPr lang="en-US" altLang="ko-KR" noProof="0"/>
              <a:t>Click to edit Master subtitle style</a:t>
            </a:r>
          </a:p>
        </p:txBody>
      </p:sp>
      <p:sp>
        <p:nvSpPr>
          <p:cNvPr id="4105" name="Rectangle 9">
            <a:extLst>
              <a:ext uri="{FF2B5EF4-FFF2-40B4-BE49-F238E27FC236}">
                <a16:creationId xmlns:a16="http://schemas.microsoft.com/office/drawing/2014/main" id="{18F27C68-879D-3C8F-6ACF-3D411EA1F4C5}"/>
              </a:ext>
            </a:extLst>
          </p:cNvPr>
          <p:cNvSpPr>
            <a:spLocks noGrp="1" noChangeArrowheads="1"/>
          </p:cNvSpPr>
          <p:nvPr>
            <p:ph type="dt" sz="quarter" idx="2"/>
          </p:nvPr>
        </p:nvSpPr>
        <p:spPr/>
        <p:txBody>
          <a:bodyPr/>
          <a:lstStyle>
            <a:lvl1pPr>
              <a:defRPr>
                <a:solidFill>
                  <a:srgbClr val="FFFFFF"/>
                </a:solidFill>
              </a:defRPr>
            </a:lvl1pPr>
          </a:lstStyle>
          <a:p>
            <a:endParaRPr lang="en-US" altLang="ko-KR"/>
          </a:p>
        </p:txBody>
      </p:sp>
      <p:sp>
        <p:nvSpPr>
          <p:cNvPr id="4106" name="Rectangle 10">
            <a:extLst>
              <a:ext uri="{FF2B5EF4-FFF2-40B4-BE49-F238E27FC236}">
                <a16:creationId xmlns:a16="http://schemas.microsoft.com/office/drawing/2014/main" id="{6A58E3B4-1510-AB78-BDE4-BCD7AE386615}"/>
              </a:ext>
            </a:extLst>
          </p:cNvPr>
          <p:cNvSpPr>
            <a:spLocks noGrp="1" noChangeArrowheads="1"/>
          </p:cNvSpPr>
          <p:nvPr>
            <p:ph type="ftr" sz="quarter" idx="3"/>
          </p:nvPr>
        </p:nvSpPr>
        <p:spPr/>
        <p:txBody>
          <a:bodyPr/>
          <a:lstStyle>
            <a:lvl1pPr>
              <a:defRPr>
                <a:solidFill>
                  <a:srgbClr val="FFFFFF"/>
                </a:solidFill>
              </a:defRPr>
            </a:lvl1pPr>
          </a:lstStyle>
          <a:p>
            <a:endParaRPr lang="en-US" altLang="ko-KR"/>
          </a:p>
        </p:txBody>
      </p:sp>
      <p:sp>
        <p:nvSpPr>
          <p:cNvPr id="4107" name="Rectangle 11">
            <a:extLst>
              <a:ext uri="{FF2B5EF4-FFF2-40B4-BE49-F238E27FC236}">
                <a16:creationId xmlns:a16="http://schemas.microsoft.com/office/drawing/2014/main" id="{35A5FCDE-BC37-07EB-A675-8EE0CC9BDA5C}"/>
              </a:ext>
            </a:extLst>
          </p:cNvPr>
          <p:cNvSpPr>
            <a:spLocks noGrp="1" noChangeArrowheads="1"/>
          </p:cNvSpPr>
          <p:nvPr>
            <p:ph type="sldNum" sz="quarter" idx="4"/>
          </p:nvPr>
        </p:nvSpPr>
        <p:spPr/>
        <p:txBody>
          <a:bodyPr/>
          <a:lstStyle>
            <a:lvl1pPr>
              <a:defRPr>
                <a:solidFill>
                  <a:srgbClr val="FFFFFF"/>
                </a:solidFill>
              </a:defRPr>
            </a:lvl1pPr>
          </a:lstStyle>
          <a:p>
            <a:fld id="{0A9661CB-C148-ED49-9608-2147439CA8FD}" type="slidenum">
              <a:rPr lang="en-US" altLang="ko-KR"/>
              <a:pPr/>
              <a:t>‹#›</a:t>
            </a:fld>
            <a:endParaRPr lang="en-US" altLang="ko-K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980F8AA-B428-BC07-B6AD-E860BDCD3C4E}"/>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8806DA41-677C-B9D4-D481-CD628A54ACED}"/>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9D44619-7CCB-2BED-FC59-62A19C83B224}"/>
              </a:ext>
            </a:extLst>
          </p:cNvPr>
          <p:cNvSpPr>
            <a:spLocks noGrp="1"/>
          </p:cNvSpPr>
          <p:nvPr>
            <p:ph type="dt" sz="half" idx="10"/>
          </p:nvPr>
        </p:nvSpPr>
        <p:spPr/>
        <p:txBody>
          <a:bodyPr/>
          <a:lstStyle>
            <a:lvl1pPr>
              <a:defRPr/>
            </a:lvl1pPr>
          </a:lstStyle>
          <a:p>
            <a:endParaRPr lang="en-US" altLang="ko-KR"/>
          </a:p>
        </p:txBody>
      </p:sp>
      <p:sp>
        <p:nvSpPr>
          <p:cNvPr id="5" name="바닥글 개체 틀 4">
            <a:extLst>
              <a:ext uri="{FF2B5EF4-FFF2-40B4-BE49-F238E27FC236}">
                <a16:creationId xmlns:a16="http://schemas.microsoft.com/office/drawing/2014/main" id="{469A7B8B-550A-528A-3286-ED21E431714A}"/>
              </a:ext>
            </a:extLst>
          </p:cNvPr>
          <p:cNvSpPr>
            <a:spLocks noGrp="1"/>
          </p:cNvSpPr>
          <p:nvPr>
            <p:ph type="ftr" sz="quarter" idx="11"/>
          </p:nvPr>
        </p:nvSpPr>
        <p:spPr/>
        <p:txBody>
          <a:bodyPr/>
          <a:lstStyle>
            <a:lvl1pPr>
              <a:defRPr/>
            </a:lvl1pPr>
          </a:lstStyle>
          <a:p>
            <a:endParaRPr lang="en-US" altLang="ko-KR"/>
          </a:p>
        </p:txBody>
      </p:sp>
      <p:sp>
        <p:nvSpPr>
          <p:cNvPr id="6" name="슬라이드 번호 개체 틀 5">
            <a:extLst>
              <a:ext uri="{FF2B5EF4-FFF2-40B4-BE49-F238E27FC236}">
                <a16:creationId xmlns:a16="http://schemas.microsoft.com/office/drawing/2014/main" id="{C0597A29-3517-AAB9-2EA1-8629666BD6D3}"/>
              </a:ext>
            </a:extLst>
          </p:cNvPr>
          <p:cNvSpPr>
            <a:spLocks noGrp="1"/>
          </p:cNvSpPr>
          <p:nvPr>
            <p:ph type="sldNum" sz="quarter" idx="12"/>
          </p:nvPr>
        </p:nvSpPr>
        <p:spPr/>
        <p:txBody>
          <a:bodyPr/>
          <a:lstStyle>
            <a:lvl1pPr>
              <a:defRPr/>
            </a:lvl1pPr>
          </a:lstStyle>
          <a:p>
            <a:fld id="{E4CE378E-E1C9-F546-8915-B348B6EE1BD7}" type="slidenum">
              <a:rPr lang="en-US" altLang="ko-KR"/>
              <a:pPr/>
              <a:t>‹#›</a:t>
            </a:fld>
            <a:endParaRPr lang="en-US" altLang="ko-KR"/>
          </a:p>
        </p:txBody>
      </p:sp>
    </p:spTree>
    <p:extLst>
      <p:ext uri="{BB962C8B-B14F-4D97-AF65-F5344CB8AC3E}">
        <p14:creationId xmlns:p14="http://schemas.microsoft.com/office/powerpoint/2010/main" val="2862864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C46C24E-FA76-6256-E1E8-2457E7F3C0FA}"/>
              </a:ext>
            </a:extLst>
          </p:cNvPr>
          <p:cNvSpPr>
            <a:spLocks noGrp="1"/>
          </p:cNvSpPr>
          <p:nvPr>
            <p:ph type="title"/>
          </p:nvPr>
        </p:nvSpPr>
        <p:spPr>
          <a:xfrm>
            <a:off x="623888" y="1709738"/>
            <a:ext cx="78867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E9985723-5C4E-0E01-CBE7-B991EDD8890D}"/>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BC795239-FAD2-6F13-70DD-8627CEBA80A9}"/>
              </a:ext>
            </a:extLst>
          </p:cNvPr>
          <p:cNvSpPr>
            <a:spLocks noGrp="1"/>
          </p:cNvSpPr>
          <p:nvPr>
            <p:ph type="dt" sz="half" idx="10"/>
          </p:nvPr>
        </p:nvSpPr>
        <p:spPr/>
        <p:txBody>
          <a:bodyPr/>
          <a:lstStyle>
            <a:lvl1pPr>
              <a:defRPr/>
            </a:lvl1pPr>
          </a:lstStyle>
          <a:p>
            <a:endParaRPr lang="en-US" altLang="ko-KR"/>
          </a:p>
        </p:txBody>
      </p:sp>
      <p:sp>
        <p:nvSpPr>
          <p:cNvPr id="5" name="바닥글 개체 틀 4">
            <a:extLst>
              <a:ext uri="{FF2B5EF4-FFF2-40B4-BE49-F238E27FC236}">
                <a16:creationId xmlns:a16="http://schemas.microsoft.com/office/drawing/2014/main" id="{DC259521-AC38-3275-447C-A09095D94492}"/>
              </a:ext>
            </a:extLst>
          </p:cNvPr>
          <p:cNvSpPr>
            <a:spLocks noGrp="1"/>
          </p:cNvSpPr>
          <p:nvPr>
            <p:ph type="ftr" sz="quarter" idx="11"/>
          </p:nvPr>
        </p:nvSpPr>
        <p:spPr/>
        <p:txBody>
          <a:bodyPr/>
          <a:lstStyle>
            <a:lvl1pPr>
              <a:defRPr/>
            </a:lvl1pPr>
          </a:lstStyle>
          <a:p>
            <a:endParaRPr lang="en-US" altLang="ko-KR"/>
          </a:p>
        </p:txBody>
      </p:sp>
      <p:sp>
        <p:nvSpPr>
          <p:cNvPr id="6" name="슬라이드 번호 개체 틀 5">
            <a:extLst>
              <a:ext uri="{FF2B5EF4-FFF2-40B4-BE49-F238E27FC236}">
                <a16:creationId xmlns:a16="http://schemas.microsoft.com/office/drawing/2014/main" id="{BC72B812-CDA4-9FEB-6158-2CC56B5D9E8A}"/>
              </a:ext>
            </a:extLst>
          </p:cNvPr>
          <p:cNvSpPr>
            <a:spLocks noGrp="1"/>
          </p:cNvSpPr>
          <p:nvPr>
            <p:ph type="sldNum" sz="quarter" idx="12"/>
          </p:nvPr>
        </p:nvSpPr>
        <p:spPr/>
        <p:txBody>
          <a:bodyPr/>
          <a:lstStyle>
            <a:lvl1pPr>
              <a:defRPr/>
            </a:lvl1pPr>
          </a:lstStyle>
          <a:p>
            <a:fld id="{BF284BA7-1824-8B43-AF77-520F99372613}" type="slidenum">
              <a:rPr lang="en-US" altLang="ko-KR"/>
              <a:pPr/>
              <a:t>‹#›</a:t>
            </a:fld>
            <a:endParaRPr lang="en-US" altLang="ko-KR"/>
          </a:p>
        </p:txBody>
      </p:sp>
    </p:spTree>
    <p:extLst>
      <p:ext uri="{BB962C8B-B14F-4D97-AF65-F5344CB8AC3E}">
        <p14:creationId xmlns:p14="http://schemas.microsoft.com/office/powerpoint/2010/main" val="4252872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8E29F4-423E-6B37-2450-98D91637A22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AF7C3F5-16F5-623C-3D7D-10A9B6B48897}"/>
              </a:ext>
            </a:extLst>
          </p:cNvPr>
          <p:cNvSpPr>
            <a:spLocks noGrp="1"/>
          </p:cNvSpPr>
          <p:nvPr>
            <p:ph sz="half" idx="1"/>
          </p:nvPr>
        </p:nvSpPr>
        <p:spPr>
          <a:xfrm>
            <a:off x="685800" y="1641475"/>
            <a:ext cx="3810000" cy="4454525"/>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B161C638-D167-A7D5-917D-879A3334EE76}"/>
              </a:ext>
            </a:extLst>
          </p:cNvPr>
          <p:cNvSpPr>
            <a:spLocks noGrp="1"/>
          </p:cNvSpPr>
          <p:nvPr>
            <p:ph sz="half" idx="2"/>
          </p:nvPr>
        </p:nvSpPr>
        <p:spPr>
          <a:xfrm>
            <a:off x="4648200" y="1641475"/>
            <a:ext cx="3810000" cy="4454525"/>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DC4D8B4F-8C1B-3398-21E1-09D1A2D7CB57}"/>
              </a:ext>
            </a:extLst>
          </p:cNvPr>
          <p:cNvSpPr>
            <a:spLocks noGrp="1"/>
          </p:cNvSpPr>
          <p:nvPr>
            <p:ph type="dt" sz="half" idx="10"/>
          </p:nvPr>
        </p:nvSpPr>
        <p:spPr/>
        <p:txBody>
          <a:bodyPr/>
          <a:lstStyle>
            <a:lvl1pPr>
              <a:defRPr/>
            </a:lvl1pPr>
          </a:lstStyle>
          <a:p>
            <a:endParaRPr lang="en-US" altLang="ko-KR"/>
          </a:p>
        </p:txBody>
      </p:sp>
      <p:sp>
        <p:nvSpPr>
          <p:cNvPr id="6" name="바닥글 개체 틀 5">
            <a:extLst>
              <a:ext uri="{FF2B5EF4-FFF2-40B4-BE49-F238E27FC236}">
                <a16:creationId xmlns:a16="http://schemas.microsoft.com/office/drawing/2014/main" id="{BFA98060-0B4A-C19E-D80A-23B0F07925D2}"/>
              </a:ext>
            </a:extLst>
          </p:cNvPr>
          <p:cNvSpPr>
            <a:spLocks noGrp="1"/>
          </p:cNvSpPr>
          <p:nvPr>
            <p:ph type="ftr" sz="quarter" idx="11"/>
          </p:nvPr>
        </p:nvSpPr>
        <p:spPr/>
        <p:txBody>
          <a:bodyPr/>
          <a:lstStyle>
            <a:lvl1pPr>
              <a:defRPr/>
            </a:lvl1pPr>
          </a:lstStyle>
          <a:p>
            <a:endParaRPr lang="en-US" altLang="ko-KR"/>
          </a:p>
        </p:txBody>
      </p:sp>
      <p:sp>
        <p:nvSpPr>
          <p:cNvPr id="7" name="슬라이드 번호 개체 틀 6">
            <a:extLst>
              <a:ext uri="{FF2B5EF4-FFF2-40B4-BE49-F238E27FC236}">
                <a16:creationId xmlns:a16="http://schemas.microsoft.com/office/drawing/2014/main" id="{17460B39-BF6A-DD6B-6D2F-116882A850E4}"/>
              </a:ext>
            </a:extLst>
          </p:cNvPr>
          <p:cNvSpPr>
            <a:spLocks noGrp="1"/>
          </p:cNvSpPr>
          <p:nvPr>
            <p:ph type="sldNum" sz="quarter" idx="12"/>
          </p:nvPr>
        </p:nvSpPr>
        <p:spPr/>
        <p:txBody>
          <a:bodyPr/>
          <a:lstStyle>
            <a:lvl1pPr>
              <a:defRPr/>
            </a:lvl1pPr>
          </a:lstStyle>
          <a:p>
            <a:fld id="{5D6327D0-CA14-D74E-8333-4309D4A8CBB5}" type="slidenum">
              <a:rPr lang="en-US" altLang="ko-KR"/>
              <a:pPr/>
              <a:t>‹#›</a:t>
            </a:fld>
            <a:endParaRPr lang="en-US" altLang="ko-KR"/>
          </a:p>
        </p:txBody>
      </p:sp>
    </p:spTree>
    <p:extLst>
      <p:ext uri="{BB962C8B-B14F-4D97-AF65-F5344CB8AC3E}">
        <p14:creationId xmlns:p14="http://schemas.microsoft.com/office/powerpoint/2010/main" val="2944905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957C220-CA9C-6130-8076-4036EA8200EC}"/>
              </a:ext>
            </a:extLst>
          </p:cNvPr>
          <p:cNvSpPr>
            <a:spLocks noGrp="1"/>
          </p:cNvSpPr>
          <p:nvPr>
            <p:ph type="title"/>
          </p:nvPr>
        </p:nvSpPr>
        <p:spPr>
          <a:xfrm>
            <a:off x="630238" y="365125"/>
            <a:ext cx="78867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C10156A4-C28F-74B7-A954-82BE060936C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01E47537-32BB-A3DC-E5E4-B0AF7CA8A6E6}"/>
              </a:ext>
            </a:extLst>
          </p:cNvPr>
          <p:cNvSpPr>
            <a:spLocks noGrp="1"/>
          </p:cNvSpPr>
          <p:nvPr>
            <p:ph sz="half" idx="2"/>
          </p:nvPr>
        </p:nvSpPr>
        <p:spPr>
          <a:xfrm>
            <a:off x="630238" y="2505075"/>
            <a:ext cx="386873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968534AA-7457-90F9-0745-B1BC724670A0}"/>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DE91F282-611C-77D7-0268-BB880C9717E7}"/>
              </a:ext>
            </a:extLst>
          </p:cNvPr>
          <p:cNvSpPr>
            <a:spLocks noGrp="1"/>
          </p:cNvSpPr>
          <p:nvPr>
            <p:ph sz="quarter" idx="4"/>
          </p:nvPr>
        </p:nvSpPr>
        <p:spPr>
          <a:xfrm>
            <a:off x="4629150" y="2505075"/>
            <a:ext cx="38877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1105CD5B-93FB-C49F-D0BB-71E2D20DC0FD}"/>
              </a:ext>
            </a:extLst>
          </p:cNvPr>
          <p:cNvSpPr>
            <a:spLocks noGrp="1"/>
          </p:cNvSpPr>
          <p:nvPr>
            <p:ph type="dt" sz="half" idx="10"/>
          </p:nvPr>
        </p:nvSpPr>
        <p:spPr/>
        <p:txBody>
          <a:bodyPr/>
          <a:lstStyle>
            <a:lvl1pPr>
              <a:defRPr/>
            </a:lvl1pPr>
          </a:lstStyle>
          <a:p>
            <a:endParaRPr lang="en-US" altLang="ko-KR"/>
          </a:p>
        </p:txBody>
      </p:sp>
      <p:sp>
        <p:nvSpPr>
          <p:cNvPr id="8" name="바닥글 개체 틀 7">
            <a:extLst>
              <a:ext uri="{FF2B5EF4-FFF2-40B4-BE49-F238E27FC236}">
                <a16:creationId xmlns:a16="http://schemas.microsoft.com/office/drawing/2014/main" id="{4650782B-525F-5534-8721-4A6059B85428}"/>
              </a:ext>
            </a:extLst>
          </p:cNvPr>
          <p:cNvSpPr>
            <a:spLocks noGrp="1"/>
          </p:cNvSpPr>
          <p:nvPr>
            <p:ph type="ftr" sz="quarter" idx="11"/>
          </p:nvPr>
        </p:nvSpPr>
        <p:spPr/>
        <p:txBody>
          <a:bodyPr/>
          <a:lstStyle>
            <a:lvl1pPr>
              <a:defRPr/>
            </a:lvl1pPr>
          </a:lstStyle>
          <a:p>
            <a:endParaRPr lang="en-US" altLang="ko-KR"/>
          </a:p>
        </p:txBody>
      </p:sp>
      <p:sp>
        <p:nvSpPr>
          <p:cNvPr id="9" name="슬라이드 번호 개체 틀 8">
            <a:extLst>
              <a:ext uri="{FF2B5EF4-FFF2-40B4-BE49-F238E27FC236}">
                <a16:creationId xmlns:a16="http://schemas.microsoft.com/office/drawing/2014/main" id="{D35E90E4-3E33-9D3E-481A-B43E36446D94}"/>
              </a:ext>
            </a:extLst>
          </p:cNvPr>
          <p:cNvSpPr>
            <a:spLocks noGrp="1"/>
          </p:cNvSpPr>
          <p:nvPr>
            <p:ph type="sldNum" sz="quarter" idx="12"/>
          </p:nvPr>
        </p:nvSpPr>
        <p:spPr/>
        <p:txBody>
          <a:bodyPr/>
          <a:lstStyle>
            <a:lvl1pPr>
              <a:defRPr/>
            </a:lvl1pPr>
          </a:lstStyle>
          <a:p>
            <a:fld id="{2D6F4EE9-49B5-6341-A819-EEB10EBEAE5D}" type="slidenum">
              <a:rPr lang="en-US" altLang="ko-KR"/>
              <a:pPr/>
              <a:t>‹#›</a:t>
            </a:fld>
            <a:endParaRPr lang="en-US" altLang="ko-KR"/>
          </a:p>
        </p:txBody>
      </p:sp>
    </p:spTree>
    <p:extLst>
      <p:ext uri="{BB962C8B-B14F-4D97-AF65-F5344CB8AC3E}">
        <p14:creationId xmlns:p14="http://schemas.microsoft.com/office/powerpoint/2010/main" val="637383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6C66FFB-A02F-2D4B-B97D-3704D7D6C65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11A8154-CC26-172B-7376-E46E3142A57C}"/>
              </a:ext>
            </a:extLst>
          </p:cNvPr>
          <p:cNvSpPr>
            <a:spLocks noGrp="1"/>
          </p:cNvSpPr>
          <p:nvPr>
            <p:ph type="dt" sz="half" idx="10"/>
          </p:nvPr>
        </p:nvSpPr>
        <p:spPr/>
        <p:txBody>
          <a:bodyPr/>
          <a:lstStyle>
            <a:lvl1pPr>
              <a:defRPr/>
            </a:lvl1pPr>
          </a:lstStyle>
          <a:p>
            <a:endParaRPr lang="en-US" altLang="ko-KR"/>
          </a:p>
        </p:txBody>
      </p:sp>
      <p:sp>
        <p:nvSpPr>
          <p:cNvPr id="4" name="바닥글 개체 틀 3">
            <a:extLst>
              <a:ext uri="{FF2B5EF4-FFF2-40B4-BE49-F238E27FC236}">
                <a16:creationId xmlns:a16="http://schemas.microsoft.com/office/drawing/2014/main" id="{D9FFBB10-2240-888A-3E7A-93F76B844BFD}"/>
              </a:ext>
            </a:extLst>
          </p:cNvPr>
          <p:cNvSpPr>
            <a:spLocks noGrp="1"/>
          </p:cNvSpPr>
          <p:nvPr>
            <p:ph type="ftr" sz="quarter" idx="11"/>
          </p:nvPr>
        </p:nvSpPr>
        <p:spPr/>
        <p:txBody>
          <a:bodyPr/>
          <a:lstStyle>
            <a:lvl1pPr>
              <a:defRPr/>
            </a:lvl1pPr>
          </a:lstStyle>
          <a:p>
            <a:endParaRPr lang="en-US" altLang="ko-KR"/>
          </a:p>
        </p:txBody>
      </p:sp>
      <p:sp>
        <p:nvSpPr>
          <p:cNvPr id="5" name="슬라이드 번호 개체 틀 4">
            <a:extLst>
              <a:ext uri="{FF2B5EF4-FFF2-40B4-BE49-F238E27FC236}">
                <a16:creationId xmlns:a16="http://schemas.microsoft.com/office/drawing/2014/main" id="{787CE918-D9B7-D0A4-ACBE-2A40F29CBD8F}"/>
              </a:ext>
            </a:extLst>
          </p:cNvPr>
          <p:cNvSpPr>
            <a:spLocks noGrp="1"/>
          </p:cNvSpPr>
          <p:nvPr>
            <p:ph type="sldNum" sz="quarter" idx="12"/>
          </p:nvPr>
        </p:nvSpPr>
        <p:spPr/>
        <p:txBody>
          <a:bodyPr/>
          <a:lstStyle>
            <a:lvl1pPr>
              <a:defRPr/>
            </a:lvl1pPr>
          </a:lstStyle>
          <a:p>
            <a:fld id="{DF27CCEE-BFE9-FF43-89C8-B5D8DA18FCC4}" type="slidenum">
              <a:rPr lang="en-US" altLang="ko-KR"/>
              <a:pPr/>
              <a:t>‹#›</a:t>
            </a:fld>
            <a:endParaRPr lang="en-US" altLang="ko-KR"/>
          </a:p>
        </p:txBody>
      </p:sp>
    </p:spTree>
    <p:extLst>
      <p:ext uri="{BB962C8B-B14F-4D97-AF65-F5344CB8AC3E}">
        <p14:creationId xmlns:p14="http://schemas.microsoft.com/office/powerpoint/2010/main" val="1455942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8863A8F2-B9A7-0040-EC1D-AD940F27ACD7}"/>
              </a:ext>
            </a:extLst>
          </p:cNvPr>
          <p:cNvSpPr>
            <a:spLocks noGrp="1"/>
          </p:cNvSpPr>
          <p:nvPr>
            <p:ph type="dt" sz="half" idx="10"/>
          </p:nvPr>
        </p:nvSpPr>
        <p:spPr/>
        <p:txBody>
          <a:bodyPr/>
          <a:lstStyle>
            <a:lvl1pPr>
              <a:defRPr/>
            </a:lvl1pPr>
          </a:lstStyle>
          <a:p>
            <a:endParaRPr lang="en-US" altLang="ko-KR"/>
          </a:p>
        </p:txBody>
      </p:sp>
      <p:sp>
        <p:nvSpPr>
          <p:cNvPr id="3" name="바닥글 개체 틀 2">
            <a:extLst>
              <a:ext uri="{FF2B5EF4-FFF2-40B4-BE49-F238E27FC236}">
                <a16:creationId xmlns:a16="http://schemas.microsoft.com/office/drawing/2014/main" id="{63B81BE3-98B7-D2D9-0524-E19907C1AC7B}"/>
              </a:ext>
            </a:extLst>
          </p:cNvPr>
          <p:cNvSpPr>
            <a:spLocks noGrp="1"/>
          </p:cNvSpPr>
          <p:nvPr>
            <p:ph type="ftr" sz="quarter" idx="11"/>
          </p:nvPr>
        </p:nvSpPr>
        <p:spPr/>
        <p:txBody>
          <a:bodyPr/>
          <a:lstStyle>
            <a:lvl1pPr>
              <a:defRPr/>
            </a:lvl1pPr>
          </a:lstStyle>
          <a:p>
            <a:endParaRPr lang="en-US" altLang="ko-KR"/>
          </a:p>
        </p:txBody>
      </p:sp>
      <p:sp>
        <p:nvSpPr>
          <p:cNvPr id="4" name="슬라이드 번호 개체 틀 3">
            <a:extLst>
              <a:ext uri="{FF2B5EF4-FFF2-40B4-BE49-F238E27FC236}">
                <a16:creationId xmlns:a16="http://schemas.microsoft.com/office/drawing/2014/main" id="{0F6BFEF3-A531-81A8-54BB-7B530611CEC9}"/>
              </a:ext>
            </a:extLst>
          </p:cNvPr>
          <p:cNvSpPr>
            <a:spLocks noGrp="1"/>
          </p:cNvSpPr>
          <p:nvPr>
            <p:ph type="sldNum" sz="quarter" idx="12"/>
          </p:nvPr>
        </p:nvSpPr>
        <p:spPr/>
        <p:txBody>
          <a:bodyPr/>
          <a:lstStyle>
            <a:lvl1pPr>
              <a:defRPr/>
            </a:lvl1pPr>
          </a:lstStyle>
          <a:p>
            <a:fld id="{1ED0C197-2FFB-AB41-AD8A-0185ABA5E364}" type="slidenum">
              <a:rPr lang="en-US" altLang="ko-KR"/>
              <a:pPr/>
              <a:t>‹#›</a:t>
            </a:fld>
            <a:endParaRPr lang="en-US" altLang="ko-KR"/>
          </a:p>
        </p:txBody>
      </p:sp>
    </p:spTree>
    <p:extLst>
      <p:ext uri="{BB962C8B-B14F-4D97-AF65-F5344CB8AC3E}">
        <p14:creationId xmlns:p14="http://schemas.microsoft.com/office/powerpoint/2010/main" val="1149863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EF2E75-3120-65C9-C819-28F0DEB14B19}"/>
              </a:ext>
            </a:extLst>
          </p:cNvPr>
          <p:cNvSpPr>
            <a:spLocks noGrp="1"/>
          </p:cNvSpPr>
          <p:nvPr>
            <p:ph type="title"/>
          </p:nvPr>
        </p:nvSpPr>
        <p:spPr>
          <a:xfrm>
            <a:off x="630238" y="457200"/>
            <a:ext cx="2949575"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4832D8FE-AC9C-FA6D-1BBF-1C05C6A90D98}"/>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092EE98E-8196-26A0-A8AC-029FF0B277B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A5F4F74-B118-0C4A-91E5-8C71235DA931}"/>
              </a:ext>
            </a:extLst>
          </p:cNvPr>
          <p:cNvSpPr>
            <a:spLocks noGrp="1"/>
          </p:cNvSpPr>
          <p:nvPr>
            <p:ph type="dt" sz="half" idx="10"/>
          </p:nvPr>
        </p:nvSpPr>
        <p:spPr/>
        <p:txBody>
          <a:bodyPr/>
          <a:lstStyle>
            <a:lvl1pPr>
              <a:defRPr/>
            </a:lvl1pPr>
          </a:lstStyle>
          <a:p>
            <a:endParaRPr lang="en-US" altLang="ko-KR"/>
          </a:p>
        </p:txBody>
      </p:sp>
      <p:sp>
        <p:nvSpPr>
          <p:cNvPr id="6" name="바닥글 개체 틀 5">
            <a:extLst>
              <a:ext uri="{FF2B5EF4-FFF2-40B4-BE49-F238E27FC236}">
                <a16:creationId xmlns:a16="http://schemas.microsoft.com/office/drawing/2014/main" id="{B52668CE-47AD-393C-7E50-96C4D07CF4AD}"/>
              </a:ext>
            </a:extLst>
          </p:cNvPr>
          <p:cNvSpPr>
            <a:spLocks noGrp="1"/>
          </p:cNvSpPr>
          <p:nvPr>
            <p:ph type="ftr" sz="quarter" idx="11"/>
          </p:nvPr>
        </p:nvSpPr>
        <p:spPr/>
        <p:txBody>
          <a:bodyPr/>
          <a:lstStyle>
            <a:lvl1pPr>
              <a:defRPr/>
            </a:lvl1pPr>
          </a:lstStyle>
          <a:p>
            <a:endParaRPr lang="en-US" altLang="ko-KR"/>
          </a:p>
        </p:txBody>
      </p:sp>
      <p:sp>
        <p:nvSpPr>
          <p:cNvPr id="7" name="슬라이드 번호 개체 틀 6">
            <a:extLst>
              <a:ext uri="{FF2B5EF4-FFF2-40B4-BE49-F238E27FC236}">
                <a16:creationId xmlns:a16="http://schemas.microsoft.com/office/drawing/2014/main" id="{1035DB28-C90D-751B-2684-85DA78F85A93}"/>
              </a:ext>
            </a:extLst>
          </p:cNvPr>
          <p:cNvSpPr>
            <a:spLocks noGrp="1"/>
          </p:cNvSpPr>
          <p:nvPr>
            <p:ph type="sldNum" sz="quarter" idx="12"/>
          </p:nvPr>
        </p:nvSpPr>
        <p:spPr/>
        <p:txBody>
          <a:bodyPr/>
          <a:lstStyle>
            <a:lvl1pPr>
              <a:defRPr/>
            </a:lvl1pPr>
          </a:lstStyle>
          <a:p>
            <a:fld id="{BC3880E5-6DF0-4B42-A395-297A6006500F}" type="slidenum">
              <a:rPr lang="en-US" altLang="ko-KR"/>
              <a:pPr/>
              <a:t>‹#›</a:t>
            </a:fld>
            <a:endParaRPr lang="en-US" altLang="ko-KR"/>
          </a:p>
        </p:txBody>
      </p:sp>
    </p:spTree>
    <p:extLst>
      <p:ext uri="{BB962C8B-B14F-4D97-AF65-F5344CB8AC3E}">
        <p14:creationId xmlns:p14="http://schemas.microsoft.com/office/powerpoint/2010/main" val="212501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2EB1D9B-9D97-7049-74FC-E5200C0A5E45}"/>
              </a:ext>
            </a:extLst>
          </p:cNvPr>
          <p:cNvSpPr>
            <a:spLocks noGrp="1"/>
          </p:cNvSpPr>
          <p:nvPr>
            <p:ph type="title"/>
          </p:nvPr>
        </p:nvSpPr>
        <p:spPr>
          <a:xfrm>
            <a:off x="630238" y="457200"/>
            <a:ext cx="2949575"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FC7FDB89-C242-91EA-648B-9688CA4C825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DA0A435B-6ED2-C336-7599-FDC25B39613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DF71543-5DB5-164C-BAE8-9E192199682F}"/>
              </a:ext>
            </a:extLst>
          </p:cNvPr>
          <p:cNvSpPr>
            <a:spLocks noGrp="1"/>
          </p:cNvSpPr>
          <p:nvPr>
            <p:ph type="dt" sz="half" idx="10"/>
          </p:nvPr>
        </p:nvSpPr>
        <p:spPr/>
        <p:txBody>
          <a:bodyPr/>
          <a:lstStyle>
            <a:lvl1pPr>
              <a:defRPr/>
            </a:lvl1pPr>
          </a:lstStyle>
          <a:p>
            <a:endParaRPr lang="en-US" altLang="ko-KR"/>
          </a:p>
        </p:txBody>
      </p:sp>
      <p:sp>
        <p:nvSpPr>
          <p:cNvPr id="6" name="바닥글 개체 틀 5">
            <a:extLst>
              <a:ext uri="{FF2B5EF4-FFF2-40B4-BE49-F238E27FC236}">
                <a16:creationId xmlns:a16="http://schemas.microsoft.com/office/drawing/2014/main" id="{0E4F504E-546C-6367-470D-0F472961FA39}"/>
              </a:ext>
            </a:extLst>
          </p:cNvPr>
          <p:cNvSpPr>
            <a:spLocks noGrp="1"/>
          </p:cNvSpPr>
          <p:nvPr>
            <p:ph type="ftr" sz="quarter" idx="11"/>
          </p:nvPr>
        </p:nvSpPr>
        <p:spPr/>
        <p:txBody>
          <a:bodyPr/>
          <a:lstStyle>
            <a:lvl1pPr>
              <a:defRPr/>
            </a:lvl1pPr>
          </a:lstStyle>
          <a:p>
            <a:endParaRPr lang="en-US" altLang="ko-KR"/>
          </a:p>
        </p:txBody>
      </p:sp>
      <p:sp>
        <p:nvSpPr>
          <p:cNvPr id="7" name="슬라이드 번호 개체 틀 6">
            <a:extLst>
              <a:ext uri="{FF2B5EF4-FFF2-40B4-BE49-F238E27FC236}">
                <a16:creationId xmlns:a16="http://schemas.microsoft.com/office/drawing/2014/main" id="{C83A6A67-4377-1EDE-ACE7-43F5AAB143AC}"/>
              </a:ext>
            </a:extLst>
          </p:cNvPr>
          <p:cNvSpPr>
            <a:spLocks noGrp="1"/>
          </p:cNvSpPr>
          <p:nvPr>
            <p:ph type="sldNum" sz="quarter" idx="12"/>
          </p:nvPr>
        </p:nvSpPr>
        <p:spPr/>
        <p:txBody>
          <a:bodyPr/>
          <a:lstStyle>
            <a:lvl1pPr>
              <a:defRPr/>
            </a:lvl1pPr>
          </a:lstStyle>
          <a:p>
            <a:fld id="{466BA443-0711-7E49-AA95-FE76D3D01111}" type="slidenum">
              <a:rPr lang="en-US" altLang="ko-KR"/>
              <a:pPr/>
              <a:t>‹#›</a:t>
            </a:fld>
            <a:endParaRPr lang="en-US" altLang="ko-KR"/>
          </a:p>
        </p:txBody>
      </p:sp>
    </p:spTree>
    <p:extLst>
      <p:ext uri="{BB962C8B-B14F-4D97-AF65-F5344CB8AC3E}">
        <p14:creationId xmlns:p14="http://schemas.microsoft.com/office/powerpoint/2010/main" val="2434934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C073162-396D-A392-0662-C46C81A7CE74}"/>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1991380B-1E89-FBC9-5CA6-78E5484B338A}"/>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970182B-1CC3-422D-C9DF-5E68901BDAC3}"/>
              </a:ext>
            </a:extLst>
          </p:cNvPr>
          <p:cNvSpPr>
            <a:spLocks noGrp="1"/>
          </p:cNvSpPr>
          <p:nvPr>
            <p:ph type="dt" sz="half" idx="10"/>
          </p:nvPr>
        </p:nvSpPr>
        <p:spPr/>
        <p:txBody>
          <a:bodyPr/>
          <a:lstStyle>
            <a:lvl1pPr>
              <a:defRPr/>
            </a:lvl1pPr>
          </a:lstStyle>
          <a:p>
            <a:endParaRPr lang="en-US" altLang="ko-KR"/>
          </a:p>
        </p:txBody>
      </p:sp>
      <p:sp>
        <p:nvSpPr>
          <p:cNvPr id="5" name="바닥글 개체 틀 4">
            <a:extLst>
              <a:ext uri="{FF2B5EF4-FFF2-40B4-BE49-F238E27FC236}">
                <a16:creationId xmlns:a16="http://schemas.microsoft.com/office/drawing/2014/main" id="{3EDAE5B1-8CFD-CB6D-F507-A5475DC4DC4E}"/>
              </a:ext>
            </a:extLst>
          </p:cNvPr>
          <p:cNvSpPr>
            <a:spLocks noGrp="1"/>
          </p:cNvSpPr>
          <p:nvPr>
            <p:ph type="ftr" sz="quarter" idx="11"/>
          </p:nvPr>
        </p:nvSpPr>
        <p:spPr/>
        <p:txBody>
          <a:bodyPr/>
          <a:lstStyle>
            <a:lvl1pPr>
              <a:defRPr/>
            </a:lvl1pPr>
          </a:lstStyle>
          <a:p>
            <a:endParaRPr lang="en-US" altLang="ko-KR"/>
          </a:p>
        </p:txBody>
      </p:sp>
      <p:sp>
        <p:nvSpPr>
          <p:cNvPr id="6" name="슬라이드 번호 개체 틀 5">
            <a:extLst>
              <a:ext uri="{FF2B5EF4-FFF2-40B4-BE49-F238E27FC236}">
                <a16:creationId xmlns:a16="http://schemas.microsoft.com/office/drawing/2014/main" id="{4D497A26-85A4-BACA-7984-66133A6DD438}"/>
              </a:ext>
            </a:extLst>
          </p:cNvPr>
          <p:cNvSpPr>
            <a:spLocks noGrp="1"/>
          </p:cNvSpPr>
          <p:nvPr>
            <p:ph type="sldNum" sz="quarter" idx="12"/>
          </p:nvPr>
        </p:nvSpPr>
        <p:spPr/>
        <p:txBody>
          <a:bodyPr/>
          <a:lstStyle>
            <a:lvl1pPr>
              <a:defRPr/>
            </a:lvl1pPr>
          </a:lstStyle>
          <a:p>
            <a:fld id="{0574A9B6-2DFC-7B48-BFA0-C076ACB95799}" type="slidenum">
              <a:rPr lang="en-US" altLang="ko-KR"/>
              <a:pPr/>
              <a:t>‹#›</a:t>
            </a:fld>
            <a:endParaRPr lang="en-US" altLang="ko-KR"/>
          </a:p>
        </p:txBody>
      </p:sp>
    </p:spTree>
    <p:extLst>
      <p:ext uri="{BB962C8B-B14F-4D97-AF65-F5344CB8AC3E}">
        <p14:creationId xmlns:p14="http://schemas.microsoft.com/office/powerpoint/2010/main" val="2765248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24FFEA19-B666-D786-A161-EBD76DE0F298}"/>
              </a:ext>
            </a:extLst>
          </p:cNvPr>
          <p:cNvSpPr>
            <a:spLocks noGrp="1"/>
          </p:cNvSpPr>
          <p:nvPr>
            <p:ph type="title" orient="vert"/>
          </p:nvPr>
        </p:nvSpPr>
        <p:spPr>
          <a:xfrm>
            <a:off x="6515100" y="228600"/>
            <a:ext cx="1943100" cy="5867400"/>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2C6E8523-9137-124C-2071-AEF2FAD0CBC8}"/>
              </a:ext>
            </a:extLst>
          </p:cNvPr>
          <p:cNvSpPr>
            <a:spLocks noGrp="1"/>
          </p:cNvSpPr>
          <p:nvPr>
            <p:ph type="body" orient="vert" idx="1"/>
          </p:nvPr>
        </p:nvSpPr>
        <p:spPr>
          <a:xfrm>
            <a:off x="685800" y="228600"/>
            <a:ext cx="5676900" cy="5867400"/>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91D34C1-ADA3-A74C-DF27-BE168FE74408}"/>
              </a:ext>
            </a:extLst>
          </p:cNvPr>
          <p:cNvSpPr>
            <a:spLocks noGrp="1"/>
          </p:cNvSpPr>
          <p:nvPr>
            <p:ph type="dt" sz="half" idx="10"/>
          </p:nvPr>
        </p:nvSpPr>
        <p:spPr/>
        <p:txBody>
          <a:bodyPr/>
          <a:lstStyle>
            <a:lvl1pPr>
              <a:defRPr/>
            </a:lvl1pPr>
          </a:lstStyle>
          <a:p>
            <a:endParaRPr lang="en-US" altLang="ko-KR"/>
          </a:p>
        </p:txBody>
      </p:sp>
      <p:sp>
        <p:nvSpPr>
          <p:cNvPr id="5" name="바닥글 개체 틀 4">
            <a:extLst>
              <a:ext uri="{FF2B5EF4-FFF2-40B4-BE49-F238E27FC236}">
                <a16:creationId xmlns:a16="http://schemas.microsoft.com/office/drawing/2014/main" id="{EF648962-0802-0031-249A-BCC1CB850D57}"/>
              </a:ext>
            </a:extLst>
          </p:cNvPr>
          <p:cNvSpPr>
            <a:spLocks noGrp="1"/>
          </p:cNvSpPr>
          <p:nvPr>
            <p:ph type="ftr" sz="quarter" idx="11"/>
          </p:nvPr>
        </p:nvSpPr>
        <p:spPr/>
        <p:txBody>
          <a:bodyPr/>
          <a:lstStyle>
            <a:lvl1pPr>
              <a:defRPr/>
            </a:lvl1pPr>
          </a:lstStyle>
          <a:p>
            <a:endParaRPr lang="en-US" altLang="ko-KR"/>
          </a:p>
        </p:txBody>
      </p:sp>
      <p:sp>
        <p:nvSpPr>
          <p:cNvPr id="6" name="슬라이드 번호 개체 틀 5">
            <a:extLst>
              <a:ext uri="{FF2B5EF4-FFF2-40B4-BE49-F238E27FC236}">
                <a16:creationId xmlns:a16="http://schemas.microsoft.com/office/drawing/2014/main" id="{CE3C60AD-FDA4-3368-98F9-EE84A8AB3E98}"/>
              </a:ext>
            </a:extLst>
          </p:cNvPr>
          <p:cNvSpPr>
            <a:spLocks noGrp="1"/>
          </p:cNvSpPr>
          <p:nvPr>
            <p:ph type="sldNum" sz="quarter" idx="12"/>
          </p:nvPr>
        </p:nvSpPr>
        <p:spPr/>
        <p:txBody>
          <a:bodyPr/>
          <a:lstStyle>
            <a:lvl1pPr>
              <a:defRPr/>
            </a:lvl1pPr>
          </a:lstStyle>
          <a:p>
            <a:fld id="{7394BA92-6AC0-7648-8A3C-AABE9417EE28}" type="slidenum">
              <a:rPr lang="en-US" altLang="ko-KR"/>
              <a:pPr/>
              <a:t>‹#›</a:t>
            </a:fld>
            <a:endParaRPr lang="en-US" altLang="ko-KR"/>
          </a:p>
        </p:txBody>
      </p:sp>
    </p:spTree>
    <p:extLst>
      <p:ext uri="{BB962C8B-B14F-4D97-AF65-F5344CB8AC3E}">
        <p14:creationId xmlns:p14="http://schemas.microsoft.com/office/powerpoint/2010/main" val="1971078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5400000" scaled="1"/>
        </a:gradFill>
        <a:effectLst/>
      </p:bgPr>
    </p:bg>
    <p:spTree>
      <p:nvGrpSpPr>
        <p:cNvPr id="1" name=""/>
        <p:cNvGrpSpPr/>
        <p:nvPr/>
      </p:nvGrpSpPr>
      <p:grpSpPr>
        <a:xfrm>
          <a:off x="0" y="0"/>
          <a:ext cx="0" cy="0"/>
          <a:chOff x="0" y="0"/>
          <a:chExt cx="0" cy="0"/>
        </a:xfrm>
      </p:grpSpPr>
      <p:grpSp>
        <p:nvGrpSpPr>
          <p:cNvPr id="3074" name="Group 2">
            <a:extLst>
              <a:ext uri="{FF2B5EF4-FFF2-40B4-BE49-F238E27FC236}">
                <a16:creationId xmlns:a16="http://schemas.microsoft.com/office/drawing/2014/main" id="{E2C1C8A6-302B-D6EC-7780-E10F79E692AA}"/>
              </a:ext>
            </a:extLst>
          </p:cNvPr>
          <p:cNvGrpSpPr>
            <a:grpSpLocks/>
          </p:cNvGrpSpPr>
          <p:nvPr/>
        </p:nvGrpSpPr>
        <p:grpSpPr bwMode="auto">
          <a:xfrm>
            <a:off x="0" y="0"/>
            <a:ext cx="8478838" cy="6173788"/>
            <a:chOff x="0" y="0"/>
            <a:chExt cx="5341" cy="3889"/>
          </a:xfrm>
        </p:grpSpPr>
        <p:sp>
          <p:nvSpPr>
            <p:cNvPr id="3075" name="Freeform 3">
              <a:extLst>
                <a:ext uri="{FF2B5EF4-FFF2-40B4-BE49-F238E27FC236}">
                  <a16:creationId xmlns:a16="http://schemas.microsoft.com/office/drawing/2014/main" id="{F144F7B5-2E63-396E-4A46-7D846D3BDB8A}"/>
                </a:ext>
              </a:extLst>
            </p:cNvPr>
            <p:cNvSpPr>
              <a:spLocks/>
            </p:cNvSpPr>
            <p:nvPr/>
          </p:nvSpPr>
          <p:spPr bwMode="auto">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Lst>
              <a:ahLst/>
              <a:cxnLst>
                <a:cxn ang="0">
                  <a:pos x="T0" y="T1"/>
                </a:cxn>
                <a:cxn ang="0">
                  <a:pos x="T2" y="T3"/>
                </a:cxn>
                <a:cxn ang="0">
                  <a:pos x="T4" y="T5"/>
                </a:cxn>
                <a:cxn ang="0">
                  <a:pos x="T6" y="T7"/>
                </a:cxn>
                <a:cxn ang="0">
                  <a:pos x="T8" y="T9"/>
                </a:cxn>
                <a:cxn ang="0">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000"/>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ko-KR" altLang="en-US"/>
            </a:p>
          </p:txBody>
        </p:sp>
        <p:sp>
          <p:nvSpPr>
            <p:cNvPr id="3076" name="Freeform 4">
              <a:extLst>
                <a:ext uri="{FF2B5EF4-FFF2-40B4-BE49-F238E27FC236}">
                  <a16:creationId xmlns:a16="http://schemas.microsoft.com/office/drawing/2014/main" id="{CAFACD0B-D602-2639-CA66-287C011FEBCE}"/>
                </a:ext>
              </a:extLst>
            </p:cNvPr>
            <p:cNvSpPr>
              <a:spLocks/>
            </p:cNvSpPr>
            <p:nvPr/>
          </p:nvSpPr>
          <p:spPr bwMode="auto">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Lst>
              <a:ahLst/>
              <a:cxnLst>
                <a:cxn ang="0">
                  <a:pos x="T0" y="T1"/>
                </a:cxn>
                <a:cxn ang="0">
                  <a:pos x="T2" y="T3"/>
                </a:cxn>
                <a:cxn ang="0">
                  <a:pos x="T4" y="T5"/>
                </a:cxn>
                <a:cxn ang="0">
                  <a:pos x="T6" y="T7"/>
                </a:cxn>
                <a:cxn ang="0">
                  <a:pos x="T8" y="T9"/>
                </a:cxn>
              </a:cxnLst>
              <a:rect l="0" t="0" r="r" b="b"/>
              <a:pathLst>
                <a:path w="3394" h="3223">
                  <a:moveTo>
                    <a:pt x="370" y="0"/>
                  </a:moveTo>
                  <a:lnTo>
                    <a:pt x="3393" y="3036"/>
                  </a:lnTo>
                  <a:lnTo>
                    <a:pt x="3208" y="3222"/>
                  </a:lnTo>
                  <a:lnTo>
                    <a:pt x="0" y="0"/>
                  </a:lnTo>
                  <a:lnTo>
                    <a:pt x="370" y="0"/>
                  </a:lnTo>
                </a:path>
              </a:pathLst>
            </a:custGeom>
            <a:solidFill>
              <a:schemeClr val="bg1">
                <a:alpha val="50000"/>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ko-KR" altLang="en-US"/>
            </a:p>
          </p:txBody>
        </p:sp>
        <p:sp>
          <p:nvSpPr>
            <p:cNvPr id="3077" name="Freeform 5">
              <a:extLst>
                <a:ext uri="{FF2B5EF4-FFF2-40B4-BE49-F238E27FC236}">
                  <a16:creationId xmlns:a16="http://schemas.microsoft.com/office/drawing/2014/main" id="{673B2581-C5B9-2420-E37B-7D0B8FEF1B16}"/>
                </a:ext>
              </a:extLst>
            </p:cNvPr>
            <p:cNvSpPr>
              <a:spLocks/>
            </p:cNvSpPr>
            <p:nvPr/>
          </p:nvSpPr>
          <p:spPr bwMode="auto">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Lst>
              <a:ahLst/>
              <a:cxnLst>
                <a:cxn ang="0">
                  <a:pos x="T0" y="T1"/>
                </a:cxn>
                <a:cxn ang="0">
                  <a:pos x="T2" y="T3"/>
                </a:cxn>
                <a:cxn ang="0">
                  <a:pos x="T4" y="T5"/>
                </a:cxn>
                <a:cxn ang="0">
                  <a:pos x="T6" y="T7"/>
                </a:cxn>
                <a:cxn ang="0">
                  <a:pos x="T8" y="T9"/>
                </a:cxn>
              </a:cxnLst>
              <a:rect l="0" t="0" r="r" b="b"/>
              <a:pathLst>
                <a:path w="2859" h="2556">
                  <a:moveTo>
                    <a:pt x="630" y="0"/>
                  </a:moveTo>
                  <a:lnTo>
                    <a:pt x="2858" y="2238"/>
                  </a:lnTo>
                  <a:lnTo>
                    <a:pt x="2543" y="2555"/>
                  </a:lnTo>
                  <a:lnTo>
                    <a:pt x="0" y="0"/>
                  </a:lnTo>
                  <a:lnTo>
                    <a:pt x="630" y="0"/>
                  </a:lnTo>
                </a:path>
              </a:pathLst>
            </a:custGeom>
            <a:solidFill>
              <a:schemeClr val="bg1">
                <a:alpha val="50000"/>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ko-KR" altLang="en-US"/>
            </a:p>
          </p:txBody>
        </p:sp>
        <p:sp>
          <p:nvSpPr>
            <p:cNvPr id="3078" name="Freeform 6">
              <a:extLst>
                <a:ext uri="{FF2B5EF4-FFF2-40B4-BE49-F238E27FC236}">
                  <a16:creationId xmlns:a16="http://schemas.microsoft.com/office/drawing/2014/main" id="{D286F988-BF63-C1ED-9D68-4B54876B75D8}"/>
                </a:ext>
              </a:extLst>
            </p:cNvPr>
            <p:cNvSpPr>
              <a:spLocks/>
            </p:cNvSpPr>
            <p:nvPr/>
          </p:nvSpPr>
          <p:spPr bwMode="auto">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Lst>
              <a:ahLst/>
              <a:cxnLst>
                <a:cxn ang="0">
                  <a:pos x="T0" y="T1"/>
                </a:cxn>
                <a:cxn ang="0">
                  <a:pos x="T2" y="T3"/>
                </a:cxn>
                <a:cxn ang="0">
                  <a:pos x="T4" y="T5"/>
                </a:cxn>
                <a:cxn ang="0">
                  <a:pos x="T6" y="T7"/>
                </a:cxn>
                <a:cxn ang="0">
                  <a:pos x="T8" y="T9"/>
                </a:cxn>
              </a:cxnLst>
              <a:rect l="0" t="0" r="r" b="b"/>
              <a:pathLst>
                <a:path w="2286" h="2121">
                  <a:moveTo>
                    <a:pt x="0" y="0"/>
                  </a:moveTo>
                  <a:lnTo>
                    <a:pt x="2111" y="2120"/>
                  </a:lnTo>
                  <a:lnTo>
                    <a:pt x="2285" y="1945"/>
                  </a:lnTo>
                  <a:lnTo>
                    <a:pt x="348" y="0"/>
                  </a:lnTo>
                  <a:lnTo>
                    <a:pt x="0" y="0"/>
                  </a:lnTo>
                </a:path>
              </a:pathLst>
            </a:custGeom>
            <a:solidFill>
              <a:schemeClr val="bg1">
                <a:alpha val="50000"/>
              </a:schemeClr>
            </a:soli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ko-KR" altLang="en-US"/>
            </a:p>
          </p:txBody>
        </p:sp>
      </p:grpSp>
      <p:sp>
        <p:nvSpPr>
          <p:cNvPr id="3079" name="Rectangle 7">
            <a:extLst>
              <a:ext uri="{FF2B5EF4-FFF2-40B4-BE49-F238E27FC236}">
                <a16:creationId xmlns:a16="http://schemas.microsoft.com/office/drawing/2014/main" id="{E492BBBB-62B7-4744-2F06-EF817F0F536C}"/>
              </a:ext>
            </a:extLst>
          </p:cNvPr>
          <p:cNvSpPr>
            <a:spLocks noGrp="1" noChangeArrowheads="1"/>
          </p:cNvSpPr>
          <p:nvPr>
            <p:ph type="title"/>
          </p:nvPr>
        </p:nvSpPr>
        <p:spPr bwMode="auto">
          <a:xfrm>
            <a:off x="685800" y="228600"/>
            <a:ext cx="77724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prstTxWarp prst="textNoShape">
              <a:avLst/>
            </a:prstTxWarp>
          </a:bodyPr>
          <a:lstStyle/>
          <a:p>
            <a:pPr lvl="0"/>
            <a:r>
              <a:rPr lang="en-US" altLang="ko-KR"/>
              <a:t>Click to edit Master title style</a:t>
            </a:r>
          </a:p>
        </p:txBody>
      </p:sp>
      <p:sp>
        <p:nvSpPr>
          <p:cNvPr id="3080" name="Rectangle 8">
            <a:extLst>
              <a:ext uri="{FF2B5EF4-FFF2-40B4-BE49-F238E27FC236}">
                <a16:creationId xmlns:a16="http://schemas.microsoft.com/office/drawing/2014/main" id="{50A28036-1A89-8743-D30E-246874E9C926}"/>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spcBef>
                <a:spcPct val="50000"/>
              </a:spcBef>
              <a:defRPr sz="1400" b="0" u="none">
                <a:ea typeface="굴림" panose="020B0600000101010101" pitchFamily="34" charset="-127"/>
              </a:defRPr>
            </a:lvl1pPr>
          </a:lstStyle>
          <a:p>
            <a:endParaRPr lang="en-US" altLang="ko-KR"/>
          </a:p>
        </p:txBody>
      </p:sp>
      <p:sp>
        <p:nvSpPr>
          <p:cNvPr id="3081" name="Rectangle 9">
            <a:extLst>
              <a:ext uri="{FF2B5EF4-FFF2-40B4-BE49-F238E27FC236}">
                <a16:creationId xmlns:a16="http://schemas.microsoft.com/office/drawing/2014/main" id="{0C5659BD-D014-8426-2354-D7ABEA1C6BF5}"/>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ctr">
              <a:spcBef>
                <a:spcPct val="50000"/>
              </a:spcBef>
              <a:defRPr sz="1400" b="0" u="none">
                <a:ea typeface="굴림" panose="020B0600000101010101" pitchFamily="34" charset="-127"/>
              </a:defRPr>
            </a:lvl1pPr>
          </a:lstStyle>
          <a:p>
            <a:endParaRPr lang="en-US" altLang="ko-KR"/>
          </a:p>
        </p:txBody>
      </p:sp>
      <p:sp>
        <p:nvSpPr>
          <p:cNvPr id="3082" name="Rectangle 10">
            <a:extLst>
              <a:ext uri="{FF2B5EF4-FFF2-40B4-BE49-F238E27FC236}">
                <a16:creationId xmlns:a16="http://schemas.microsoft.com/office/drawing/2014/main" id="{02F56492-1289-304C-5553-713809E78B39}"/>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r">
              <a:spcBef>
                <a:spcPct val="50000"/>
              </a:spcBef>
              <a:defRPr sz="1400" b="0" u="none">
                <a:ea typeface="굴림" panose="020B0600000101010101" pitchFamily="34" charset="-127"/>
              </a:defRPr>
            </a:lvl1pPr>
          </a:lstStyle>
          <a:p>
            <a:fld id="{4856C7B3-A077-DC46-A3D3-AA0D823B9E5C}" type="slidenum">
              <a:rPr lang="en-US" altLang="ko-KR"/>
              <a:pPr/>
              <a:t>‹#›</a:t>
            </a:fld>
            <a:endParaRPr lang="en-US" altLang="ko-KR"/>
          </a:p>
        </p:txBody>
      </p:sp>
      <p:sp>
        <p:nvSpPr>
          <p:cNvPr id="3083" name="Rectangle 11">
            <a:extLst>
              <a:ext uri="{FF2B5EF4-FFF2-40B4-BE49-F238E27FC236}">
                <a16:creationId xmlns:a16="http://schemas.microsoft.com/office/drawing/2014/main" id="{F2B98650-F3D2-E605-A6AD-3843D5782514}"/>
              </a:ext>
            </a:extLst>
          </p:cNvPr>
          <p:cNvSpPr>
            <a:spLocks noGrp="1" noChangeArrowheads="1"/>
          </p:cNvSpPr>
          <p:nvPr>
            <p:ph type="body" idx="1"/>
          </p:nvPr>
        </p:nvSpPr>
        <p:spPr bwMode="auto">
          <a:xfrm>
            <a:off x="685800" y="1641475"/>
            <a:ext cx="7772400" cy="445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fontAlgn="base">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Times New Roman" panose="02020603050405020304" pitchFamily="18"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Times New Roman" panose="02020603050405020304" pitchFamily="18"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Times New Roman" panose="02020603050405020304" pitchFamily="18"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Times New Roman" panose="02020603050405020304" pitchFamily="18"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imes New Roman" panose="02020603050405020304" pitchFamily="18"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imes New Roman" panose="02020603050405020304" pitchFamily="18"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imes New Roman" panose="02020603050405020304" pitchFamily="18"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imes New Roman" panose="02020603050405020304" pitchFamily="18" charset="0"/>
        </a:defRPr>
      </a:lvl9pPr>
    </p:titleStyle>
    <p:bodyStyle>
      <a:lvl1pPr marL="342900" indent="-342900" algn="l" rtl="0" fontAlgn="base">
        <a:spcBef>
          <a:spcPct val="20000"/>
        </a:spcBef>
        <a:spcAft>
          <a:spcPct val="0"/>
        </a:spcAft>
        <a:buClr>
          <a:schemeClr val="tx2"/>
        </a:buClr>
        <a:buSzPct val="75000"/>
        <a:buFont typeface="Wingdings" pitchFamily="2" charset="2"/>
        <a:buChar char="n"/>
        <a:defRPr sz="3200" kern="1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tx1"/>
        </a:buClr>
        <a:buChar char="–"/>
        <a:defRPr sz="2800" kern="1200">
          <a:solidFill>
            <a:schemeClr val="tx1"/>
          </a:solidFill>
          <a:effectLst>
            <a:outerShdw blurRad="38100" dist="38100" dir="2700000" algn="tl">
              <a:srgbClr val="000000"/>
            </a:outerShdw>
          </a:effectLst>
          <a:latin typeface="+mn-lt"/>
          <a:ea typeface="+mn-ea"/>
          <a:cs typeface="+mn-cs"/>
        </a:defRPr>
      </a:lvl2pPr>
      <a:lvl3pPr marL="1143000" indent="-228600" algn="l" rtl="0" fontAlgn="base">
        <a:spcBef>
          <a:spcPct val="20000"/>
        </a:spcBef>
        <a:spcAft>
          <a:spcPct val="0"/>
        </a:spcAft>
        <a:buClr>
          <a:schemeClr val="tx1"/>
        </a:buClr>
        <a:buChar char="»"/>
        <a:defRPr sz="2400" kern="1200">
          <a:solidFill>
            <a:schemeClr val="tx1"/>
          </a:solidFill>
          <a:effectLst>
            <a:outerShdw blurRad="38100" dist="38100" dir="2700000" algn="tl">
              <a:srgbClr val="000000"/>
            </a:outerShdw>
          </a:effectLst>
          <a:latin typeface="+mn-lt"/>
          <a:ea typeface="+mn-ea"/>
          <a:cs typeface="+mn-cs"/>
        </a:defRPr>
      </a:lvl3pPr>
      <a:lvl4pPr marL="1600200" indent="-228600" algn="l" rtl="0" fontAlgn="base">
        <a:spcBef>
          <a:spcPct val="20000"/>
        </a:spcBef>
        <a:spcAft>
          <a:spcPct val="0"/>
        </a:spcAft>
        <a:buClr>
          <a:schemeClr val="tx2"/>
        </a:buClr>
        <a:buSzPct val="75000"/>
        <a:buFont typeface="Wingdings" pitchFamily="2" charset="2"/>
        <a:buChar char="n"/>
        <a:defRPr sz="2000" kern="1200">
          <a:solidFill>
            <a:schemeClr val="tx1"/>
          </a:solidFill>
          <a:effectLst>
            <a:outerShdw blurRad="38100" dist="38100" dir="2700000" algn="tl">
              <a:srgbClr val="000000"/>
            </a:outerShdw>
          </a:effectLst>
          <a:latin typeface="+mn-lt"/>
          <a:ea typeface="+mn-ea"/>
          <a:cs typeface="+mn-cs"/>
        </a:defRPr>
      </a:lvl4pPr>
      <a:lvl5pPr marL="2057400" indent="-228600" algn="l" rtl="0" fontAlgn="base">
        <a:spcBef>
          <a:spcPct val="20000"/>
        </a:spcBef>
        <a:spcAft>
          <a:spcPct val="0"/>
        </a:spcAft>
        <a:buClr>
          <a:schemeClr val="tx1"/>
        </a:buClr>
        <a:buChar char="–"/>
        <a:defRPr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22A9D9BB-6035-064E-8A5F-D774A492C43D}"/>
              </a:ext>
            </a:extLst>
          </p:cNvPr>
          <p:cNvSpPr>
            <a:spLocks noGrp="1" noChangeArrowheads="1"/>
          </p:cNvSpPr>
          <p:nvPr>
            <p:ph type="ctrTitle"/>
          </p:nvPr>
        </p:nvSpPr>
        <p:spPr/>
        <p:txBody>
          <a:bodyPr/>
          <a:lstStyle/>
          <a:p>
            <a:r>
              <a:rPr lang="en-US" altLang="ko-KR">
                <a:ea typeface="굴림" panose="020B0600000101010101" pitchFamily="34" charset="-127"/>
              </a:rPr>
              <a:t>Being An Older Adult in an Ageist Society</a:t>
            </a:r>
          </a:p>
        </p:txBody>
      </p:sp>
      <p:sp>
        <p:nvSpPr>
          <p:cNvPr id="2051" name="Rectangle 3">
            <a:extLst>
              <a:ext uri="{FF2B5EF4-FFF2-40B4-BE49-F238E27FC236}">
                <a16:creationId xmlns:a16="http://schemas.microsoft.com/office/drawing/2014/main" id="{1918052E-7DC5-C267-5622-1A3CD337E842}"/>
              </a:ext>
            </a:extLst>
          </p:cNvPr>
          <p:cNvSpPr>
            <a:spLocks noGrp="1" noChangeArrowheads="1"/>
          </p:cNvSpPr>
          <p:nvPr>
            <p:ph type="subTitle" idx="1"/>
          </p:nvPr>
        </p:nvSpPr>
        <p:spPr>
          <a:xfrm>
            <a:off x="1371600" y="2819400"/>
            <a:ext cx="7010400" cy="1752600"/>
          </a:xfrm>
        </p:spPr>
        <p:txBody>
          <a:bodyPr/>
          <a:lstStyle/>
          <a:p>
            <a:r>
              <a:rPr lang="en-US" altLang="ko-KR">
                <a:ea typeface="굴림" panose="020B0600000101010101" pitchFamily="34" charset="-127"/>
              </a:rPr>
              <a:t>Patricia M. Schwirian, PhD,RN</a:t>
            </a:r>
          </a:p>
          <a:p>
            <a:r>
              <a:rPr lang="en-US" altLang="ko-KR">
                <a:ea typeface="굴림" panose="020B0600000101010101" pitchFamily="34" charset="-127"/>
              </a:rPr>
              <a:t>Professor Emeritus, OSU College of Nursing</a:t>
            </a:r>
          </a:p>
          <a:p>
            <a:r>
              <a:rPr lang="en-US" altLang="ko-KR">
                <a:ea typeface="굴림" panose="020B0600000101010101" pitchFamily="34" charset="-127"/>
              </a:rPr>
              <a:t>Senior Research Scholar, </a:t>
            </a:r>
          </a:p>
          <a:p>
            <a:r>
              <a:rPr lang="en-US" altLang="ko-KR">
                <a:ea typeface="굴림" panose="020B0600000101010101" pitchFamily="34" charset="-127"/>
              </a:rPr>
              <a:t> OSU Primary Care Research Institute</a:t>
            </a:r>
          </a:p>
          <a:p>
            <a:r>
              <a:rPr lang="en-US" altLang="ko-KR">
                <a:ea typeface="굴림" panose="020B0600000101010101" pitchFamily="34" charset="-127"/>
              </a:rPr>
              <a:t>Senior Faculty Affiliate, </a:t>
            </a:r>
          </a:p>
          <a:p>
            <a:r>
              <a:rPr lang="en-US" altLang="ko-KR">
                <a:ea typeface="굴림" panose="020B0600000101010101" pitchFamily="34" charset="-127"/>
              </a:rPr>
              <a:t>OSU Office of Geriatrics &amp; Gerontology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AD2F533-7A4D-6CF8-357B-C2A81D9DCF22}"/>
              </a:ext>
            </a:extLst>
          </p:cNvPr>
          <p:cNvSpPr>
            <a:spLocks noGrp="1" noChangeArrowheads="1"/>
          </p:cNvSpPr>
          <p:nvPr>
            <p:ph type="title"/>
          </p:nvPr>
        </p:nvSpPr>
        <p:spPr/>
        <p:txBody>
          <a:bodyPr/>
          <a:lstStyle/>
          <a:p>
            <a:r>
              <a:rPr lang="en-US" altLang="ko-KR">
                <a:ea typeface="굴림" panose="020B0600000101010101" pitchFamily="34" charset="-127"/>
              </a:rPr>
              <a:t>JUST REMEMBER:</a:t>
            </a:r>
          </a:p>
        </p:txBody>
      </p:sp>
      <p:sp>
        <p:nvSpPr>
          <p:cNvPr id="5123" name="Rectangle 3">
            <a:extLst>
              <a:ext uri="{FF2B5EF4-FFF2-40B4-BE49-F238E27FC236}">
                <a16:creationId xmlns:a16="http://schemas.microsoft.com/office/drawing/2014/main" id="{88565552-4D18-A03E-6767-411D1C69D28C}"/>
              </a:ext>
            </a:extLst>
          </p:cNvPr>
          <p:cNvSpPr>
            <a:spLocks noGrp="1" noChangeArrowheads="1"/>
          </p:cNvSpPr>
          <p:nvPr>
            <p:ph type="body" idx="1"/>
          </p:nvPr>
        </p:nvSpPr>
        <p:spPr/>
        <p:txBody>
          <a:bodyPr/>
          <a:lstStyle/>
          <a:p>
            <a:r>
              <a:rPr lang="en-US" altLang="ko-KR">
                <a:ea typeface="굴림" panose="020B0600000101010101" pitchFamily="34" charset="-127"/>
              </a:rPr>
              <a:t>Getting old is not for sissies</a:t>
            </a:r>
          </a:p>
          <a:p>
            <a:endParaRPr lang="en-US" altLang="ko-KR">
              <a:ea typeface="굴림" panose="020B0600000101010101" pitchFamily="34" charset="-127"/>
            </a:endParaRPr>
          </a:p>
          <a:p>
            <a:r>
              <a:rPr lang="en-US" altLang="ko-KR">
                <a:ea typeface="굴림" panose="020B0600000101010101" pitchFamily="34" charset="-127"/>
              </a:rPr>
              <a:t>How old would you be if you didn’t know how old you were? ( S. Paige, date unknown)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CDD0F541-62C9-3189-C8AC-6C7F4B1517B4}"/>
              </a:ext>
            </a:extLst>
          </p:cNvPr>
          <p:cNvSpPr>
            <a:spLocks noGrp="1" noChangeArrowheads="1"/>
          </p:cNvSpPr>
          <p:nvPr>
            <p:ph type="title"/>
          </p:nvPr>
        </p:nvSpPr>
        <p:spPr/>
        <p:txBody>
          <a:bodyPr/>
          <a:lstStyle/>
          <a:p>
            <a:r>
              <a:rPr lang="en-US" altLang="ko-KR">
                <a:ea typeface="굴림" panose="020B0600000101010101" pitchFamily="34" charset="-127"/>
              </a:rPr>
              <a:t>AGEISM</a:t>
            </a:r>
          </a:p>
        </p:txBody>
      </p:sp>
      <p:sp>
        <p:nvSpPr>
          <p:cNvPr id="12291" name="Rectangle 3">
            <a:extLst>
              <a:ext uri="{FF2B5EF4-FFF2-40B4-BE49-F238E27FC236}">
                <a16:creationId xmlns:a16="http://schemas.microsoft.com/office/drawing/2014/main" id="{1DA5F9F4-9A43-9784-8CEC-A83C44A1C2AD}"/>
              </a:ext>
            </a:extLst>
          </p:cNvPr>
          <p:cNvSpPr>
            <a:spLocks noGrp="1" noChangeArrowheads="1"/>
          </p:cNvSpPr>
          <p:nvPr>
            <p:ph type="body" idx="1"/>
          </p:nvPr>
        </p:nvSpPr>
        <p:spPr/>
        <p:txBody>
          <a:bodyPr/>
          <a:lstStyle/>
          <a:p>
            <a:r>
              <a:rPr lang="en-US" altLang="ko-KR">
                <a:ea typeface="굴림" panose="020B0600000101010101" pitchFamily="34" charset="-127"/>
              </a:rPr>
              <a:t>What is ageism?</a:t>
            </a:r>
          </a:p>
          <a:p>
            <a:endParaRPr lang="en-US" altLang="ko-KR">
              <a:ea typeface="굴림" panose="020B0600000101010101" pitchFamily="34" charset="-127"/>
            </a:endParaRPr>
          </a:p>
          <a:p>
            <a:r>
              <a:rPr lang="en-US" altLang="ko-KR">
                <a:ea typeface="굴림" panose="020B0600000101010101" pitchFamily="34" charset="-127"/>
              </a:rPr>
              <a:t>How is ageism manifested?</a:t>
            </a:r>
          </a:p>
          <a:p>
            <a:endParaRPr lang="en-US" altLang="ko-KR">
              <a:ea typeface="굴림" panose="020B0600000101010101" pitchFamily="34" charset="-127"/>
            </a:endParaRPr>
          </a:p>
          <a:p>
            <a:r>
              <a:rPr lang="en-US" altLang="ko-KR">
                <a:ea typeface="굴림" panose="020B0600000101010101" pitchFamily="34" charset="-127"/>
              </a:rPr>
              <a:t>What is the theoretical basis for ageism?</a:t>
            </a:r>
          </a:p>
          <a:p>
            <a:endParaRPr lang="en-US" altLang="ko-KR">
              <a:ea typeface="굴림" panose="020B0600000101010101" pitchFamily="34" charset="-127"/>
            </a:endParaRPr>
          </a:p>
          <a:p>
            <a:r>
              <a:rPr lang="en-US" altLang="ko-KR">
                <a:ea typeface="굴림" panose="020B0600000101010101" pitchFamily="34" charset="-127"/>
              </a:rPr>
              <a:t>What is the process by which ageism persists?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8C41772-CD08-4278-3D8A-85BDDAFBA37A}"/>
              </a:ext>
            </a:extLst>
          </p:cNvPr>
          <p:cNvSpPr>
            <a:spLocks noGrp="1" noChangeArrowheads="1"/>
          </p:cNvSpPr>
          <p:nvPr>
            <p:ph type="title"/>
          </p:nvPr>
        </p:nvSpPr>
        <p:spPr/>
        <p:txBody>
          <a:bodyPr/>
          <a:lstStyle/>
          <a:p>
            <a:r>
              <a:rPr lang="en-US" altLang="ko-KR">
                <a:ea typeface="굴림" panose="020B0600000101010101" pitchFamily="34" charset="-127"/>
              </a:rPr>
              <a:t>AGEISM: What Is It?</a:t>
            </a:r>
          </a:p>
        </p:txBody>
      </p:sp>
      <p:sp>
        <p:nvSpPr>
          <p:cNvPr id="6147" name="Rectangle 3">
            <a:extLst>
              <a:ext uri="{FF2B5EF4-FFF2-40B4-BE49-F238E27FC236}">
                <a16:creationId xmlns:a16="http://schemas.microsoft.com/office/drawing/2014/main" id="{B95D4CA1-C14A-3256-885C-F5818D30566E}"/>
              </a:ext>
            </a:extLst>
          </p:cNvPr>
          <p:cNvSpPr>
            <a:spLocks noGrp="1" noChangeArrowheads="1"/>
          </p:cNvSpPr>
          <p:nvPr>
            <p:ph type="body" idx="1"/>
          </p:nvPr>
        </p:nvSpPr>
        <p:spPr/>
        <p:txBody>
          <a:bodyPr/>
          <a:lstStyle/>
          <a:p>
            <a:r>
              <a:rPr lang="en-US" altLang="ko-KR">
                <a:ea typeface="굴림" panose="020B0600000101010101" pitchFamily="34" charset="-127"/>
              </a:rPr>
              <a:t>…a term coined by Butler (1969) </a:t>
            </a:r>
          </a:p>
          <a:p>
            <a:r>
              <a:rPr lang="en-US" altLang="ko-KR">
                <a:ea typeface="굴림" panose="020B0600000101010101" pitchFamily="34" charset="-127"/>
              </a:rPr>
              <a:t>“Ageism reflects a deep-seated uneasiness on the part of young and middle-aged--a personal revulsion and distaste for growing old, disease, disability, and fear of powerlessness, “uselessness”, and death”</a:t>
            </a:r>
          </a:p>
          <a:p>
            <a:endParaRPr lang="en-US" altLang="ko-KR">
              <a:ea typeface="굴림" panose="020B0600000101010101" pitchFamily="34" charset="-127"/>
            </a:endParaRPr>
          </a:p>
          <a:p>
            <a:r>
              <a:rPr lang="en-US" altLang="ko-KR">
                <a:ea typeface="굴림" panose="020B0600000101010101" pitchFamily="34" charset="-127"/>
              </a:rPr>
              <a:t>THUS: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C6610F4-1A34-5964-B6E1-7D0FD2910128}"/>
              </a:ext>
            </a:extLst>
          </p:cNvPr>
          <p:cNvSpPr>
            <a:spLocks noGrp="1" noChangeArrowheads="1"/>
          </p:cNvSpPr>
          <p:nvPr>
            <p:ph type="title"/>
          </p:nvPr>
        </p:nvSpPr>
        <p:spPr/>
        <p:txBody>
          <a:bodyPr/>
          <a:lstStyle/>
          <a:p>
            <a:endParaRPr lang="ko-KR" altLang="ko-KR"/>
          </a:p>
        </p:txBody>
      </p:sp>
      <p:sp>
        <p:nvSpPr>
          <p:cNvPr id="7171" name="Rectangle 3">
            <a:extLst>
              <a:ext uri="{FF2B5EF4-FFF2-40B4-BE49-F238E27FC236}">
                <a16:creationId xmlns:a16="http://schemas.microsoft.com/office/drawing/2014/main" id="{B26AE73D-3E9C-DE74-BD2C-C3DBA1C5CE4C}"/>
              </a:ext>
            </a:extLst>
          </p:cNvPr>
          <p:cNvSpPr>
            <a:spLocks noGrp="1" noChangeArrowheads="1"/>
          </p:cNvSpPr>
          <p:nvPr>
            <p:ph type="body" idx="1"/>
          </p:nvPr>
        </p:nvSpPr>
        <p:spPr/>
        <p:txBody>
          <a:bodyPr/>
          <a:lstStyle/>
          <a:p>
            <a:r>
              <a:rPr lang="en-US" altLang="ko-KR">
                <a:ea typeface="굴림" panose="020B0600000101010101" pitchFamily="34" charset="-127"/>
              </a:rPr>
              <a:t>In a society that highly values and has great regard for youth and vitality it is no surprise that ageism exists.</a:t>
            </a:r>
          </a:p>
          <a:p>
            <a:endParaRPr lang="en-US" altLang="ko-KR">
              <a:ea typeface="굴림" panose="020B0600000101010101" pitchFamily="34" charset="-127"/>
            </a:endParaRPr>
          </a:p>
          <a:p>
            <a:r>
              <a:rPr lang="en-US" altLang="ko-KR">
                <a:ea typeface="굴림" panose="020B0600000101010101" pitchFamily="34" charset="-127"/>
              </a:rPr>
              <a:t>Ageism is a form of bigotry, just like racism and sexism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BB891E8-A6F3-9857-D706-38294AC456EE}"/>
              </a:ext>
            </a:extLst>
          </p:cNvPr>
          <p:cNvSpPr>
            <a:spLocks noGrp="1" noChangeArrowheads="1"/>
          </p:cNvSpPr>
          <p:nvPr>
            <p:ph type="title"/>
          </p:nvPr>
        </p:nvSpPr>
        <p:spPr/>
        <p:txBody>
          <a:bodyPr/>
          <a:lstStyle/>
          <a:p>
            <a:endParaRPr lang="ko-KR" altLang="ko-KR"/>
          </a:p>
        </p:txBody>
      </p:sp>
      <p:sp>
        <p:nvSpPr>
          <p:cNvPr id="8195" name="Rectangle 3">
            <a:extLst>
              <a:ext uri="{FF2B5EF4-FFF2-40B4-BE49-F238E27FC236}">
                <a16:creationId xmlns:a16="http://schemas.microsoft.com/office/drawing/2014/main" id="{00FEED8D-2EFA-8319-8960-34442763963E}"/>
              </a:ext>
            </a:extLst>
          </p:cNvPr>
          <p:cNvSpPr>
            <a:spLocks noGrp="1" noChangeArrowheads="1"/>
          </p:cNvSpPr>
          <p:nvPr>
            <p:ph type="body" idx="1"/>
          </p:nvPr>
        </p:nvSpPr>
        <p:spPr/>
        <p:txBody>
          <a:bodyPr/>
          <a:lstStyle/>
          <a:p>
            <a:r>
              <a:rPr lang="en-US" altLang="ko-KR">
                <a:ea typeface="굴림" panose="020B0600000101010101" pitchFamily="34" charset="-127"/>
              </a:rPr>
              <a:t>Ageism can be seen as a process of systematic stereotyping of and discrimination against people because they are old, just as racism and sexism accomplish this with skin color and gender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D0A50F1C-79E6-64C3-B74C-D3D11F67C543}"/>
              </a:ext>
            </a:extLst>
          </p:cNvPr>
          <p:cNvSpPr>
            <a:spLocks noGrp="1" noChangeArrowheads="1"/>
          </p:cNvSpPr>
          <p:nvPr>
            <p:ph type="title"/>
          </p:nvPr>
        </p:nvSpPr>
        <p:spPr/>
        <p:txBody>
          <a:bodyPr/>
          <a:lstStyle/>
          <a:p>
            <a:r>
              <a:rPr lang="en-US" altLang="ko-KR">
                <a:ea typeface="굴림" panose="020B0600000101010101" pitchFamily="34" charset="-127"/>
              </a:rPr>
              <a:t>“</a:t>
            </a:r>
          </a:p>
        </p:txBody>
      </p:sp>
      <p:sp>
        <p:nvSpPr>
          <p:cNvPr id="13315" name="Rectangle 3">
            <a:extLst>
              <a:ext uri="{FF2B5EF4-FFF2-40B4-BE49-F238E27FC236}">
                <a16:creationId xmlns:a16="http://schemas.microsoft.com/office/drawing/2014/main" id="{C1368F55-64FB-90F3-AF74-5E529068609C}"/>
              </a:ext>
            </a:extLst>
          </p:cNvPr>
          <p:cNvSpPr>
            <a:spLocks noGrp="1" noChangeArrowheads="1"/>
          </p:cNvSpPr>
          <p:nvPr>
            <p:ph type="body" idx="1"/>
          </p:nvPr>
        </p:nvSpPr>
        <p:spPr/>
        <p:txBody>
          <a:bodyPr/>
          <a:lstStyle/>
          <a:p>
            <a:r>
              <a:rPr lang="en-US" altLang="ko-KR">
                <a:ea typeface="굴림" panose="020B0600000101010101" pitchFamily="34" charset="-127"/>
              </a:rPr>
              <a:t>“Ageism” became part of the popular consciousness in the 70’s</a:t>
            </a:r>
          </a:p>
          <a:p>
            <a:endParaRPr lang="en-US" altLang="ko-KR">
              <a:ea typeface="굴림" panose="020B0600000101010101" pitchFamily="34" charset="-127"/>
            </a:endParaRPr>
          </a:p>
          <a:p>
            <a:r>
              <a:rPr lang="en-US" altLang="ko-KR">
                <a:ea typeface="굴림" panose="020B0600000101010101" pitchFamily="34" charset="-127"/>
              </a:rPr>
              <a:t>Kalish (1979) introduced the concept, a “New Ageism”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9E5844D-154B-DB0C-AC63-D26C5CE8D8CA}"/>
              </a:ext>
            </a:extLst>
          </p:cNvPr>
          <p:cNvSpPr>
            <a:spLocks noGrp="1" noChangeArrowheads="1"/>
          </p:cNvSpPr>
          <p:nvPr>
            <p:ph type="title"/>
          </p:nvPr>
        </p:nvSpPr>
        <p:spPr/>
        <p:txBody>
          <a:bodyPr/>
          <a:lstStyle/>
          <a:p>
            <a:r>
              <a:rPr lang="en-US" altLang="ko-KR">
                <a:ea typeface="굴림" panose="020B0600000101010101" pitchFamily="34" charset="-127"/>
              </a:rPr>
              <a:t>Characteristics of  the “New Ageism”</a:t>
            </a:r>
          </a:p>
        </p:txBody>
      </p:sp>
      <p:sp>
        <p:nvSpPr>
          <p:cNvPr id="14339" name="Rectangle 3">
            <a:extLst>
              <a:ext uri="{FF2B5EF4-FFF2-40B4-BE49-F238E27FC236}">
                <a16:creationId xmlns:a16="http://schemas.microsoft.com/office/drawing/2014/main" id="{1D6F9B32-C169-9D2F-A5E1-9958C61B9458}"/>
              </a:ext>
            </a:extLst>
          </p:cNvPr>
          <p:cNvSpPr>
            <a:spLocks noGrp="1" noChangeArrowheads="1"/>
          </p:cNvSpPr>
          <p:nvPr>
            <p:ph type="body" idx="1"/>
          </p:nvPr>
        </p:nvSpPr>
        <p:spPr/>
        <p:txBody>
          <a:bodyPr/>
          <a:lstStyle/>
          <a:p>
            <a:r>
              <a:rPr lang="en-US" altLang="ko-KR">
                <a:ea typeface="굴림" panose="020B0600000101010101" pitchFamily="34" charset="-127"/>
              </a:rPr>
              <a:t>Stereotypes ‘the elderly’ in terms of those OA’s who are the least capable, the least healthy, and the least alert</a:t>
            </a:r>
          </a:p>
          <a:p>
            <a:endParaRPr lang="en-US" altLang="ko-KR">
              <a:ea typeface="굴림" panose="020B0600000101010101" pitchFamily="34" charset="-127"/>
            </a:endParaRPr>
          </a:p>
          <a:p>
            <a:r>
              <a:rPr lang="en-US" altLang="ko-KR">
                <a:ea typeface="굴림" panose="020B0600000101010101" pitchFamily="34" charset="-127"/>
              </a:rPr>
              <a:t>Perceive older persons as relatively helpless, dependent individuals requiring support services of agencies and other organizations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A08BF70-50AB-48B9-92D5-DEAE34F448B2}"/>
              </a:ext>
            </a:extLst>
          </p:cNvPr>
          <p:cNvSpPr>
            <a:spLocks noGrp="1" noChangeArrowheads="1"/>
          </p:cNvSpPr>
          <p:nvPr>
            <p:ph type="title"/>
          </p:nvPr>
        </p:nvSpPr>
        <p:spPr/>
        <p:txBody>
          <a:bodyPr/>
          <a:lstStyle/>
          <a:p>
            <a:r>
              <a:rPr lang="en-US" altLang="ko-KR">
                <a:ea typeface="굴림" panose="020B0600000101010101" pitchFamily="34" charset="-127"/>
              </a:rPr>
              <a:t>Moreover...</a:t>
            </a:r>
          </a:p>
        </p:txBody>
      </p:sp>
      <p:sp>
        <p:nvSpPr>
          <p:cNvPr id="15363" name="Rectangle 3">
            <a:extLst>
              <a:ext uri="{FF2B5EF4-FFF2-40B4-BE49-F238E27FC236}">
                <a16:creationId xmlns:a16="http://schemas.microsoft.com/office/drawing/2014/main" id="{ADEB5047-A068-F63F-7EBA-B8F70EF8ADFE}"/>
              </a:ext>
            </a:extLst>
          </p:cNvPr>
          <p:cNvSpPr>
            <a:spLocks noGrp="1" noChangeArrowheads="1"/>
          </p:cNvSpPr>
          <p:nvPr>
            <p:ph type="body" idx="1"/>
          </p:nvPr>
        </p:nvSpPr>
        <p:spPr/>
        <p:txBody>
          <a:bodyPr/>
          <a:lstStyle/>
          <a:p>
            <a:r>
              <a:rPr lang="en-US" altLang="ko-KR">
                <a:ea typeface="굴림" panose="020B0600000101010101" pitchFamily="34" charset="-127"/>
              </a:rPr>
              <a:t>Encourages the development of services with little concern as to whether the outcome contributes to reduction in freedom and decision-making power</a:t>
            </a:r>
          </a:p>
          <a:p>
            <a:endParaRPr lang="en-US" altLang="ko-KR">
              <a:ea typeface="굴림" panose="020B0600000101010101" pitchFamily="34" charset="-127"/>
            </a:endParaRPr>
          </a:p>
          <a:p>
            <a:r>
              <a:rPr lang="en-US" altLang="ko-KR">
                <a:ea typeface="굴림" panose="020B0600000101010101" pitchFamily="34" charset="-127"/>
              </a:rPr>
              <a:t>Produces a stream of criticism against society in general for its mistreatment of the elderly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2F0DBA6-CC0C-0779-B8B6-538F387D5407}"/>
              </a:ext>
            </a:extLst>
          </p:cNvPr>
          <p:cNvSpPr>
            <a:spLocks noGrp="1" noChangeArrowheads="1"/>
          </p:cNvSpPr>
          <p:nvPr>
            <p:ph type="title"/>
          </p:nvPr>
        </p:nvSpPr>
        <p:spPr/>
        <p:txBody>
          <a:bodyPr/>
          <a:lstStyle/>
          <a:p>
            <a:r>
              <a:rPr lang="en-US" altLang="ko-KR">
                <a:ea typeface="굴림" panose="020B0600000101010101" pitchFamily="34" charset="-127"/>
              </a:rPr>
              <a:t>Kalish says:</a:t>
            </a:r>
          </a:p>
        </p:txBody>
      </p:sp>
      <p:sp>
        <p:nvSpPr>
          <p:cNvPr id="16387" name="Rectangle 3">
            <a:extLst>
              <a:ext uri="{FF2B5EF4-FFF2-40B4-BE49-F238E27FC236}">
                <a16:creationId xmlns:a16="http://schemas.microsoft.com/office/drawing/2014/main" id="{4DB55E35-27BD-A578-369A-F3F518867862}"/>
              </a:ext>
            </a:extLst>
          </p:cNvPr>
          <p:cNvSpPr>
            <a:spLocks noGrp="1" noChangeArrowheads="1"/>
          </p:cNvSpPr>
          <p:nvPr>
            <p:ph type="body" idx="1"/>
          </p:nvPr>
        </p:nvSpPr>
        <p:spPr/>
        <p:txBody>
          <a:bodyPr/>
          <a:lstStyle/>
          <a:p>
            <a:r>
              <a:rPr lang="en-US" altLang="ko-KR">
                <a:ea typeface="굴림" panose="020B0600000101010101" pitchFamily="34" charset="-127"/>
              </a:rPr>
              <a:t>“The message of the new ageism seems to be that we understand how badly your are being treated….You are poor, lonely, weak, incompetent, ineffectual, and no longer terribly bright…we are going to relieve your suffering from ageism”.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1A97FE0-8C3A-24D9-2905-4785CF35F35A}"/>
              </a:ext>
            </a:extLst>
          </p:cNvPr>
          <p:cNvSpPr>
            <a:spLocks noGrp="1" noChangeArrowheads="1"/>
          </p:cNvSpPr>
          <p:nvPr>
            <p:ph type="title"/>
          </p:nvPr>
        </p:nvSpPr>
        <p:spPr/>
        <p:txBody>
          <a:bodyPr/>
          <a:lstStyle/>
          <a:p>
            <a:r>
              <a:rPr lang="en-US" altLang="ko-KR">
                <a:ea typeface="굴림" panose="020B0600000101010101" pitchFamily="34" charset="-127"/>
              </a:rPr>
              <a:t>Ageism Revisited (Bytheway &amp; Johnson, 1990)</a:t>
            </a:r>
          </a:p>
        </p:txBody>
      </p:sp>
      <p:sp>
        <p:nvSpPr>
          <p:cNvPr id="17411" name="Rectangle 3">
            <a:extLst>
              <a:ext uri="{FF2B5EF4-FFF2-40B4-BE49-F238E27FC236}">
                <a16:creationId xmlns:a16="http://schemas.microsoft.com/office/drawing/2014/main" id="{212C652E-2D4F-E86D-77E8-6A3518089699}"/>
              </a:ext>
            </a:extLst>
          </p:cNvPr>
          <p:cNvSpPr>
            <a:spLocks noGrp="1" noChangeArrowheads="1"/>
          </p:cNvSpPr>
          <p:nvPr>
            <p:ph type="body" idx="1"/>
          </p:nvPr>
        </p:nvSpPr>
        <p:spPr/>
        <p:txBody>
          <a:bodyPr/>
          <a:lstStyle/>
          <a:p>
            <a:r>
              <a:rPr lang="en-US" altLang="ko-KR">
                <a:ea typeface="굴림" panose="020B0600000101010101" pitchFamily="34" charset="-127"/>
              </a:rPr>
              <a:t>Ageism: A set of beliefs originating in the biological variation between people and relating to the aging process</a:t>
            </a:r>
          </a:p>
          <a:p>
            <a:endParaRPr lang="en-US" altLang="ko-KR">
              <a:ea typeface="굴림" panose="020B0600000101010101" pitchFamily="34" charset="-127"/>
            </a:endParaRPr>
          </a:p>
          <a:p>
            <a:r>
              <a:rPr lang="en-US" altLang="ko-KR">
                <a:ea typeface="굴림" panose="020B0600000101010101" pitchFamily="34" charset="-127"/>
              </a:rPr>
              <a:t>Ageism is made manifest in the actions of corporate bodies--what is said and done by their representatives and the resulting views that are held by ordinary aging people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504EA8B-577D-1AA3-D5DB-09350EF19AC0}"/>
              </a:ext>
            </a:extLst>
          </p:cNvPr>
          <p:cNvSpPr>
            <a:spLocks noGrp="1" noChangeArrowheads="1"/>
          </p:cNvSpPr>
          <p:nvPr>
            <p:ph type="title"/>
          </p:nvPr>
        </p:nvSpPr>
        <p:spPr/>
        <p:txBody>
          <a:bodyPr/>
          <a:lstStyle/>
          <a:p>
            <a:r>
              <a:rPr lang="en-US" altLang="ko-KR">
                <a:ea typeface="굴림" panose="020B0600000101010101" pitchFamily="34" charset="-127"/>
              </a:rPr>
              <a:t>Moreover, ageism:</a:t>
            </a:r>
          </a:p>
        </p:txBody>
      </p:sp>
      <p:sp>
        <p:nvSpPr>
          <p:cNvPr id="18435" name="Rectangle 3">
            <a:extLst>
              <a:ext uri="{FF2B5EF4-FFF2-40B4-BE49-F238E27FC236}">
                <a16:creationId xmlns:a16="http://schemas.microsoft.com/office/drawing/2014/main" id="{77CF5050-5573-062C-B7FA-3B694045AA46}"/>
              </a:ext>
            </a:extLst>
          </p:cNvPr>
          <p:cNvSpPr>
            <a:spLocks noGrp="1" noChangeArrowheads="1"/>
          </p:cNvSpPr>
          <p:nvPr>
            <p:ph type="body" idx="1"/>
          </p:nvPr>
        </p:nvSpPr>
        <p:spPr/>
        <p:txBody>
          <a:bodyPr/>
          <a:lstStyle/>
          <a:p>
            <a:r>
              <a:rPr lang="en-US" altLang="ko-KR">
                <a:ea typeface="굴림" panose="020B0600000101010101" pitchFamily="34" charset="-127"/>
              </a:rPr>
              <a:t>Generates &amp; reinforces fear &amp; denigration of the aging process, stereotyping assumptions regarding competence, and the need for protection</a:t>
            </a:r>
          </a:p>
          <a:p>
            <a:r>
              <a:rPr lang="en-US" altLang="ko-KR">
                <a:ea typeface="굴림" panose="020B0600000101010101" pitchFamily="34" charset="-127"/>
              </a:rPr>
              <a:t>Consequences range from well-meaning patronage to unambiguous villification</a:t>
            </a:r>
          </a:p>
          <a:p>
            <a:endParaRPr lang="en-US" altLang="ko-KR">
              <a:ea typeface="굴림" panose="020B0600000101010101" pitchFamily="34" charset="-127"/>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79E9001-A5C1-1242-ECDB-79BAB534A85C}"/>
              </a:ext>
            </a:extLst>
          </p:cNvPr>
          <p:cNvSpPr>
            <a:spLocks noGrp="1" noChangeArrowheads="1"/>
          </p:cNvSpPr>
          <p:nvPr>
            <p:ph type="title"/>
          </p:nvPr>
        </p:nvSpPr>
        <p:spPr/>
        <p:txBody>
          <a:bodyPr/>
          <a:lstStyle/>
          <a:p>
            <a:r>
              <a:rPr lang="en-US" altLang="ko-KR">
                <a:ea typeface="굴림" panose="020B0600000101010101" pitchFamily="34" charset="-127"/>
              </a:rPr>
              <a:t>Ageists:</a:t>
            </a:r>
          </a:p>
        </p:txBody>
      </p:sp>
      <p:sp>
        <p:nvSpPr>
          <p:cNvPr id="19459" name="Rectangle 3">
            <a:extLst>
              <a:ext uri="{FF2B5EF4-FFF2-40B4-BE49-F238E27FC236}">
                <a16:creationId xmlns:a16="http://schemas.microsoft.com/office/drawing/2014/main" id="{39BA455F-D12D-B011-4A15-7E1E20622838}"/>
              </a:ext>
            </a:extLst>
          </p:cNvPr>
          <p:cNvSpPr>
            <a:spLocks noGrp="1" noChangeArrowheads="1"/>
          </p:cNvSpPr>
          <p:nvPr>
            <p:ph type="body" idx="1"/>
          </p:nvPr>
        </p:nvSpPr>
        <p:spPr/>
        <p:txBody>
          <a:bodyPr/>
          <a:lstStyle/>
          <a:p>
            <a:r>
              <a:rPr lang="en-US" altLang="ko-KR">
                <a:ea typeface="굴림" panose="020B0600000101010101" pitchFamily="34" charset="-127"/>
              </a:rPr>
              <a:t>Avoid older persons on an individual level</a:t>
            </a:r>
          </a:p>
          <a:p>
            <a:r>
              <a:rPr lang="en-US" altLang="ko-KR">
                <a:ea typeface="굴림" panose="020B0600000101010101" pitchFamily="34" charset="-127"/>
              </a:rPr>
              <a:t>Discriminate in terms of jobs and utilization of social institutions</a:t>
            </a:r>
          </a:p>
          <a:p>
            <a:r>
              <a:rPr lang="en-US" altLang="ko-KR">
                <a:ea typeface="굴림" panose="020B0600000101010101" pitchFamily="34" charset="-127"/>
              </a:rPr>
              <a:t>Deride older people through hostile humor</a:t>
            </a:r>
          </a:p>
          <a:p>
            <a:r>
              <a:rPr lang="en-US" altLang="ko-KR">
                <a:ea typeface="굴림" panose="020B0600000101010101" pitchFamily="34" charset="-127"/>
              </a:rPr>
              <a:t>Complain that older people are a drain on society--that they are just taking, not giving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59BEEB8-3812-8A96-B74B-37D824EC26B9}"/>
              </a:ext>
            </a:extLst>
          </p:cNvPr>
          <p:cNvSpPr>
            <a:spLocks noGrp="1" noChangeArrowheads="1"/>
          </p:cNvSpPr>
          <p:nvPr>
            <p:ph type="title"/>
          </p:nvPr>
        </p:nvSpPr>
        <p:spPr/>
        <p:txBody>
          <a:bodyPr/>
          <a:lstStyle/>
          <a:p>
            <a:r>
              <a:rPr lang="en-US" altLang="ko-KR">
                <a:ea typeface="굴림" panose="020B0600000101010101" pitchFamily="34" charset="-127"/>
              </a:rPr>
              <a:t>MANIFESTATIONS  of AGEISM</a:t>
            </a:r>
          </a:p>
        </p:txBody>
      </p:sp>
      <p:sp>
        <p:nvSpPr>
          <p:cNvPr id="20483" name="Rectangle 3">
            <a:extLst>
              <a:ext uri="{FF2B5EF4-FFF2-40B4-BE49-F238E27FC236}">
                <a16:creationId xmlns:a16="http://schemas.microsoft.com/office/drawing/2014/main" id="{A737B455-7E44-8347-691D-411E454A06FE}"/>
              </a:ext>
            </a:extLst>
          </p:cNvPr>
          <p:cNvSpPr>
            <a:spLocks noGrp="1" noChangeArrowheads="1"/>
          </p:cNvSpPr>
          <p:nvPr>
            <p:ph type="body" idx="1"/>
          </p:nvPr>
        </p:nvSpPr>
        <p:spPr/>
        <p:txBody>
          <a:bodyPr/>
          <a:lstStyle/>
          <a:p>
            <a:r>
              <a:rPr lang="en-US" altLang="ko-KR">
                <a:ea typeface="굴림" panose="020B0600000101010101" pitchFamily="34" charset="-127"/>
              </a:rPr>
              <a:t>In the workplace, OA’s may</a:t>
            </a:r>
          </a:p>
          <a:p>
            <a:endParaRPr lang="en-US" altLang="ko-KR">
              <a:ea typeface="굴림" panose="020B0600000101010101" pitchFamily="34" charset="-127"/>
            </a:endParaRPr>
          </a:p>
          <a:p>
            <a:pPr lvl="1"/>
            <a:r>
              <a:rPr lang="en-US" altLang="ko-KR">
                <a:ea typeface="굴림" panose="020B0600000101010101" pitchFamily="34" charset="-127"/>
              </a:rPr>
              <a:t>Be “downsized” first</a:t>
            </a:r>
          </a:p>
          <a:p>
            <a:pPr lvl="1"/>
            <a:r>
              <a:rPr lang="en-US" altLang="ko-KR">
                <a:ea typeface="굴림" panose="020B0600000101010101" pitchFamily="34" charset="-127"/>
              </a:rPr>
              <a:t>Be passed over for promotions/raises</a:t>
            </a:r>
          </a:p>
          <a:p>
            <a:pPr lvl="1"/>
            <a:r>
              <a:rPr lang="en-US" altLang="ko-KR">
                <a:ea typeface="굴림" panose="020B0600000101010101" pitchFamily="34" charset="-127"/>
              </a:rPr>
              <a:t>Find their suggestions/observations ignored and/or denigrated</a:t>
            </a:r>
          </a:p>
          <a:p>
            <a:pPr lvl="1"/>
            <a:r>
              <a:rPr lang="en-US" altLang="ko-KR">
                <a:ea typeface="굴림" panose="020B0600000101010101" pitchFamily="34" charset="-127"/>
              </a:rPr>
              <a:t>Find it very difficult to get a new job</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A4227E64-E523-FA42-EDC0-3BCED26C605F}"/>
              </a:ext>
            </a:extLst>
          </p:cNvPr>
          <p:cNvSpPr>
            <a:spLocks noGrp="1" noChangeArrowheads="1"/>
          </p:cNvSpPr>
          <p:nvPr>
            <p:ph type="title"/>
          </p:nvPr>
        </p:nvSpPr>
        <p:spPr/>
        <p:txBody>
          <a:bodyPr/>
          <a:lstStyle/>
          <a:p>
            <a:endParaRPr lang="ko-KR" altLang="ko-KR"/>
          </a:p>
        </p:txBody>
      </p:sp>
      <p:sp>
        <p:nvSpPr>
          <p:cNvPr id="21507" name="Rectangle 3">
            <a:extLst>
              <a:ext uri="{FF2B5EF4-FFF2-40B4-BE49-F238E27FC236}">
                <a16:creationId xmlns:a16="http://schemas.microsoft.com/office/drawing/2014/main" id="{BA40D29F-C4D7-2B3E-ECD5-F6872F96C6C3}"/>
              </a:ext>
            </a:extLst>
          </p:cNvPr>
          <p:cNvSpPr>
            <a:spLocks noGrp="1" noChangeArrowheads="1"/>
          </p:cNvSpPr>
          <p:nvPr>
            <p:ph type="body" idx="1"/>
          </p:nvPr>
        </p:nvSpPr>
        <p:spPr/>
        <p:txBody>
          <a:bodyPr/>
          <a:lstStyle/>
          <a:p>
            <a:r>
              <a:rPr lang="en-US" altLang="ko-KR">
                <a:ea typeface="굴림" panose="020B0600000101010101" pitchFamily="34" charset="-127"/>
              </a:rPr>
              <a:t>In the health care system, OA’s may:</a:t>
            </a:r>
          </a:p>
          <a:p>
            <a:endParaRPr lang="en-US" altLang="ko-KR">
              <a:ea typeface="굴림" panose="020B0600000101010101" pitchFamily="34" charset="-127"/>
            </a:endParaRPr>
          </a:p>
          <a:p>
            <a:pPr lvl="1"/>
            <a:r>
              <a:rPr lang="en-US" altLang="ko-KR">
                <a:ea typeface="굴림" panose="020B0600000101010101" pitchFamily="34" charset="-127"/>
              </a:rPr>
              <a:t>Be treated as “crocks”</a:t>
            </a:r>
          </a:p>
          <a:p>
            <a:pPr lvl="1"/>
            <a:r>
              <a:rPr lang="en-US" altLang="ko-KR">
                <a:ea typeface="굴림" panose="020B0600000101010101" pitchFamily="34" charset="-127"/>
              </a:rPr>
              <a:t>Be underdiagnosed</a:t>
            </a:r>
          </a:p>
          <a:p>
            <a:pPr lvl="1"/>
            <a:r>
              <a:rPr lang="en-US" altLang="ko-KR">
                <a:ea typeface="굴림" panose="020B0600000101010101" pitchFamily="34" charset="-127"/>
              </a:rPr>
              <a:t>Be overmedicated/undermedicated</a:t>
            </a:r>
          </a:p>
          <a:p>
            <a:pPr lvl="1"/>
            <a:r>
              <a:rPr lang="en-US" altLang="ko-KR">
                <a:ea typeface="굴림" panose="020B0600000101010101" pitchFamily="34" charset="-127"/>
              </a:rPr>
              <a:t>Be patronized</a:t>
            </a:r>
          </a:p>
          <a:p>
            <a:pPr lvl="1"/>
            <a:r>
              <a:rPr lang="en-US" altLang="ko-KR">
                <a:ea typeface="굴림" panose="020B0600000101010101" pitchFamily="34" charset="-127"/>
              </a:rPr>
              <a:t>Be automatically ordered as a DNR</a:t>
            </a:r>
          </a:p>
          <a:p>
            <a:pPr lvl="1"/>
            <a:r>
              <a:rPr lang="en-US" altLang="ko-KR">
                <a:ea typeface="굴림" panose="020B0600000101010101" pitchFamily="34" charset="-127"/>
              </a:rPr>
              <a:t>Be excluded from decisions made about their own care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BC94A77A-EDC1-C0C5-9EEB-18E176D978BF}"/>
              </a:ext>
            </a:extLst>
          </p:cNvPr>
          <p:cNvSpPr>
            <a:spLocks noGrp="1" noChangeArrowheads="1"/>
          </p:cNvSpPr>
          <p:nvPr>
            <p:ph type="title"/>
          </p:nvPr>
        </p:nvSpPr>
        <p:spPr/>
        <p:txBody>
          <a:bodyPr/>
          <a:lstStyle/>
          <a:p>
            <a:endParaRPr lang="ko-KR" altLang="ko-KR"/>
          </a:p>
        </p:txBody>
      </p:sp>
      <p:sp>
        <p:nvSpPr>
          <p:cNvPr id="22531" name="Rectangle 3">
            <a:extLst>
              <a:ext uri="{FF2B5EF4-FFF2-40B4-BE49-F238E27FC236}">
                <a16:creationId xmlns:a16="http://schemas.microsoft.com/office/drawing/2014/main" id="{8CB5685A-9BC4-7271-4F34-70CFD895C1FA}"/>
              </a:ext>
            </a:extLst>
          </p:cNvPr>
          <p:cNvSpPr>
            <a:spLocks noGrp="1" noChangeArrowheads="1"/>
          </p:cNvSpPr>
          <p:nvPr>
            <p:ph type="body" idx="1"/>
          </p:nvPr>
        </p:nvSpPr>
        <p:spPr/>
        <p:txBody>
          <a:bodyPr/>
          <a:lstStyle/>
          <a:p>
            <a:r>
              <a:rPr lang="en-US" altLang="ko-KR">
                <a:ea typeface="굴림" panose="020B0600000101010101" pitchFamily="34" charset="-127"/>
              </a:rPr>
              <a:t>On television, OA’s:</a:t>
            </a:r>
          </a:p>
          <a:p>
            <a:endParaRPr lang="en-US" altLang="ko-KR">
              <a:ea typeface="굴림" panose="020B0600000101010101" pitchFamily="34" charset="-127"/>
            </a:endParaRPr>
          </a:p>
          <a:p>
            <a:pPr lvl="1"/>
            <a:r>
              <a:rPr lang="en-US" altLang="ko-KR">
                <a:ea typeface="굴림" panose="020B0600000101010101" pitchFamily="34" charset="-127"/>
              </a:rPr>
              <a:t>Are largely absent from Saturday AM cartoons (unless they are witches)</a:t>
            </a:r>
          </a:p>
          <a:p>
            <a:pPr lvl="1"/>
            <a:r>
              <a:rPr lang="en-US" altLang="ko-KR">
                <a:ea typeface="굴림" panose="020B0600000101010101" pitchFamily="34" charset="-127"/>
              </a:rPr>
              <a:t>Show up primarily in ads for health-problem-oriented products</a:t>
            </a:r>
          </a:p>
          <a:p>
            <a:pPr lvl="1"/>
            <a:r>
              <a:rPr lang="en-US" altLang="ko-KR">
                <a:ea typeface="굴림" panose="020B0600000101010101" pitchFamily="34" charset="-127"/>
              </a:rPr>
              <a:t>Are depicted in stereotypical fashions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76E45EC-365A-F05C-55D9-C864016729A2}"/>
              </a:ext>
            </a:extLst>
          </p:cNvPr>
          <p:cNvSpPr>
            <a:spLocks noGrp="1" noChangeArrowheads="1"/>
          </p:cNvSpPr>
          <p:nvPr>
            <p:ph type="title"/>
          </p:nvPr>
        </p:nvSpPr>
        <p:spPr/>
        <p:txBody>
          <a:bodyPr/>
          <a:lstStyle/>
          <a:p>
            <a:r>
              <a:rPr lang="en-US" altLang="ko-KR">
                <a:ea typeface="굴림" panose="020B0600000101010101" pitchFamily="34" charset="-127"/>
              </a:rPr>
              <a:t>THEORETICAL FOUNDATIONS FOR AGEISM</a:t>
            </a:r>
          </a:p>
        </p:txBody>
      </p:sp>
      <p:sp>
        <p:nvSpPr>
          <p:cNvPr id="23555" name="Rectangle 3">
            <a:extLst>
              <a:ext uri="{FF2B5EF4-FFF2-40B4-BE49-F238E27FC236}">
                <a16:creationId xmlns:a16="http://schemas.microsoft.com/office/drawing/2014/main" id="{3F676EAB-ED59-C349-AF2C-BF095E0CD687}"/>
              </a:ext>
            </a:extLst>
          </p:cNvPr>
          <p:cNvSpPr>
            <a:spLocks noGrp="1" noChangeArrowheads="1"/>
          </p:cNvSpPr>
          <p:nvPr>
            <p:ph type="body" idx="1"/>
          </p:nvPr>
        </p:nvSpPr>
        <p:spPr/>
        <p:txBody>
          <a:bodyPr/>
          <a:lstStyle/>
          <a:p>
            <a:r>
              <a:rPr lang="en-US" altLang="ko-KR">
                <a:ea typeface="굴림" panose="020B0600000101010101" pitchFamily="34" charset="-127"/>
              </a:rPr>
              <a:t>Fear of death in Western society; death &amp; old age are considered synonymous in American society</a:t>
            </a:r>
          </a:p>
          <a:p>
            <a:r>
              <a:rPr lang="en-US" altLang="ko-KR">
                <a:ea typeface="굴림" panose="020B0600000101010101" pitchFamily="34" charset="-127"/>
              </a:rPr>
              <a:t>Unrelenting emphasis on the youth culture</a:t>
            </a:r>
          </a:p>
          <a:p>
            <a:r>
              <a:rPr lang="en-US" altLang="ko-KR">
                <a:ea typeface="굴림" panose="020B0600000101010101" pitchFamily="34" charset="-127"/>
              </a:rPr>
              <a:t>American emphasis on productivity (usually narrowly defined in terms of economic potential</a:t>
            </a:r>
          </a:p>
          <a:p>
            <a:r>
              <a:rPr lang="en-US" altLang="ko-KR">
                <a:ea typeface="굴림" panose="020B0600000101010101" pitchFamily="34" charset="-127"/>
              </a:rPr>
              <a:t>The manner in which aging was originally researched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FE2D9AEE-7943-3821-E726-24C9693A5C1E}"/>
              </a:ext>
            </a:extLst>
          </p:cNvPr>
          <p:cNvSpPr>
            <a:spLocks noGrp="1" noChangeArrowheads="1"/>
          </p:cNvSpPr>
          <p:nvPr>
            <p:ph type="title"/>
          </p:nvPr>
        </p:nvSpPr>
        <p:spPr/>
        <p:txBody>
          <a:bodyPr/>
          <a:lstStyle/>
          <a:p>
            <a:endParaRPr lang="ko-KR" altLang="ko-KR"/>
          </a:p>
        </p:txBody>
      </p:sp>
      <p:sp>
        <p:nvSpPr>
          <p:cNvPr id="24579" name="Rectangle 3">
            <a:extLst>
              <a:ext uri="{FF2B5EF4-FFF2-40B4-BE49-F238E27FC236}">
                <a16:creationId xmlns:a16="http://schemas.microsoft.com/office/drawing/2014/main" id="{DA31675E-494C-CD2E-376A-DE75ED72A455}"/>
              </a:ext>
            </a:extLst>
          </p:cNvPr>
          <p:cNvSpPr>
            <a:spLocks noGrp="1" noChangeArrowheads="1"/>
          </p:cNvSpPr>
          <p:nvPr>
            <p:ph type="body" idx="1"/>
          </p:nvPr>
        </p:nvSpPr>
        <p:spPr/>
        <p:txBody>
          <a:bodyPr/>
          <a:lstStyle/>
          <a:p>
            <a:pPr algn="ctr"/>
            <a:r>
              <a:rPr lang="en-US" altLang="ko-KR">
                <a:ea typeface="굴림" panose="020B0600000101010101" pitchFamily="34" charset="-127"/>
              </a:rPr>
              <a:t>  </a:t>
            </a:r>
          </a:p>
          <a:p>
            <a:pPr algn="ctr"/>
            <a:r>
              <a:rPr lang="en-US" altLang="ko-KR">
                <a:ea typeface="굴림" panose="020B0600000101010101" pitchFamily="34" charset="-127"/>
              </a:rPr>
              <a:t>How does the ageism “process” work and intensify?</a:t>
            </a:r>
          </a:p>
          <a:p>
            <a:pPr algn="ctr"/>
            <a:endParaRPr lang="en-US" altLang="ko-KR">
              <a:ea typeface="굴림" panose="020B0600000101010101" pitchFamily="34" charset="-127"/>
            </a:endParaRPr>
          </a:p>
          <a:p>
            <a:pPr algn="ctr"/>
            <a:r>
              <a:rPr lang="en-US" altLang="ko-KR">
                <a:ea typeface="굴림" panose="020B0600000101010101" pitchFamily="34" charset="-127"/>
              </a:rPr>
              <a:t>The Cycle of Structurally Induced Dependence (Kuypers &amp; Bengston, 1984)</a:t>
            </a:r>
          </a:p>
          <a:p>
            <a:pPr algn="ctr"/>
            <a:endParaRPr lang="en-US" altLang="ko-KR">
              <a:ea typeface="굴림" panose="020B0600000101010101" pitchFamily="34" charset="-127"/>
            </a:endParaRPr>
          </a:p>
          <a:p>
            <a:pPr algn="ctr"/>
            <a:r>
              <a:rPr lang="en-US" altLang="ko-KR">
                <a:ea typeface="굴림" panose="020B0600000101010101" pitchFamily="34" charset="-127"/>
              </a:rPr>
              <a:t>Why is it so toxic?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a:extLst>
              <a:ext uri="{FF2B5EF4-FFF2-40B4-BE49-F238E27FC236}">
                <a16:creationId xmlns:a16="http://schemas.microsoft.com/office/drawing/2014/main" id="{470A1431-1E64-D797-2C60-273C86C1AD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609600"/>
            <a:ext cx="8077200" cy="589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259C5B8-34EC-BB4A-C14B-5072F8DD3573}"/>
              </a:ext>
            </a:extLst>
          </p:cNvPr>
          <p:cNvSpPr>
            <a:spLocks noGrp="1" noChangeArrowheads="1"/>
          </p:cNvSpPr>
          <p:nvPr>
            <p:ph type="title"/>
          </p:nvPr>
        </p:nvSpPr>
        <p:spPr/>
        <p:txBody>
          <a:bodyPr/>
          <a:lstStyle/>
          <a:p>
            <a:r>
              <a:rPr lang="en-US" altLang="ko-KR">
                <a:ea typeface="굴림" panose="020B0600000101010101" pitchFamily="34" charset="-127"/>
              </a:rPr>
              <a:t>Combatting the Downward Spiral</a:t>
            </a:r>
          </a:p>
        </p:txBody>
      </p:sp>
      <p:sp>
        <p:nvSpPr>
          <p:cNvPr id="25603" name="Rectangle 3">
            <a:extLst>
              <a:ext uri="{FF2B5EF4-FFF2-40B4-BE49-F238E27FC236}">
                <a16:creationId xmlns:a16="http://schemas.microsoft.com/office/drawing/2014/main" id="{CB1A58AC-FD76-E450-DFEA-DC08D549B5E6}"/>
              </a:ext>
            </a:extLst>
          </p:cNvPr>
          <p:cNvSpPr>
            <a:spLocks noGrp="1" noChangeArrowheads="1"/>
          </p:cNvSpPr>
          <p:nvPr>
            <p:ph type="body" idx="1"/>
          </p:nvPr>
        </p:nvSpPr>
        <p:spPr/>
        <p:txBody>
          <a:bodyPr/>
          <a:lstStyle/>
          <a:p>
            <a:r>
              <a:rPr lang="en-US" altLang="ko-KR">
                <a:ea typeface="굴림" panose="020B0600000101010101" pitchFamily="34" charset="-127"/>
              </a:rPr>
              <a:t>Realize that older people are part of the cycle of life; they should not be compartmentalized into an undiffereniated “blob”</a:t>
            </a:r>
          </a:p>
          <a:p>
            <a:endParaRPr lang="en-US" altLang="ko-KR">
              <a:ea typeface="굴림" panose="020B0600000101010101" pitchFamily="34" charset="-127"/>
            </a:endParaRPr>
          </a:p>
          <a:p>
            <a:r>
              <a:rPr lang="en-US" altLang="ko-KR">
                <a:ea typeface="굴림" panose="020B0600000101010101" pitchFamily="34" charset="-127"/>
              </a:rPr>
              <a:t>Focus on HEALTH PROMOTION goals as part of healthy aging</a:t>
            </a:r>
          </a:p>
          <a:p>
            <a:endParaRPr lang="en-US" altLang="ko-KR">
              <a:ea typeface="굴림" panose="020B0600000101010101" pitchFamily="34" charset="-127"/>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0A8581F-0BE0-1BBE-E99E-05DC70562A6A}"/>
              </a:ext>
            </a:extLst>
          </p:cNvPr>
          <p:cNvSpPr>
            <a:spLocks noGrp="1" noChangeArrowheads="1"/>
          </p:cNvSpPr>
          <p:nvPr>
            <p:ph type="title"/>
          </p:nvPr>
        </p:nvSpPr>
        <p:spPr/>
        <p:txBody>
          <a:bodyPr/>
          <a:lstStyle/>
          <a:p>
            <a:endParaRPr lang="ko-KR" altLang="ko-KR"/>
          </a:p>
        </p:txBody>
      </p:sp>
      <p:sp>
        <p:nvSpPr>
          <p:cNvPr id="26627" name="Rectangle 3">
            <a:extLst>
              <a:ext uri="{FF2B5EF4-FFF2-40B4-BE49-F238E27FC236}">
                <a16:creationId xmlns:a16="http://schemas.microsoft.com/office/drawing/2014/main" id="{498FD8DF-8D99-71D9-40C5-3FFBC7B38C42}"/>
              </a:ext>
            </a:extLst>
          </p:cNvPr>
          <p:cNvSpPr>
            <a:spLocks noGrp="1" noChangeArrowheads="1"/>
          </p:cNvSpPr>
          <p:nvPr>
            <p:ph type="body" idx="1"/>
          </p:nvPr>
        </p:nvSpPr>
        <p:spPr/>
        <p:txBody>
          <a:bodyPr/>
          <a:lstStyle/>
          <a:p>
            <a:r>
              <a:rPr lang="en-US" altLang="ko-KR">
                <a:ea typeface="굴림" panose="020B0600000101010101" pitchFamily="34" charset="-127"/>
              </a:rPr>
              <a:t>Give importance to the settings in which individuals age--these help determine their health status in old age</a:t>
            </a:r>
          </a:p>
          <a:p>
            <a:endParaRPr lang="en-US" altLang="ko-KR">
              <a:ea typeface="굴림" panose="020B0600000101010101" pitchFamily="34" charset="-127"/>
            </a:endParaRPr>
          </a:p>
          <a:p>
            <a:r>
              <a:rPr lang="en-US" altLang="ko-KR">
                <a:ea typeface="굴림" panose="020B0600000101010101" pitchFamily="34" charset="-127"/>
              </a:rPr>
              <a:t>Emphasize strategies that maintain bonding between generations</a:t>
            </a:r>
          </a:p>
          <a:p>
            <a:endParaRPr lang="en-US" altLang="ko-KR">
              <a:ea typeface="굴림" panose="020B0600000101010101" pitchFamily="34" charset="-127"/>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15C9166-4343-F826-6C4A-3D995E37CC80}"/>
              </a:ext>
            </a:extLst>
          </p:cNvPr>
          <p:cNvSpPr>
            <a:spLocks noGrp="1" noChangeArrowheads="1"/>
          </p:cNvSpPr>
          <p:nvPr>
            <p:ph type="title"/>
          </p:nvPr>
        </p:nvSpPr>
        <p:spPr/>
        <p:txBody>
          <a:bodyPr/>
          <a:lstStyle/>
          <a:p>
            <a:r>
              <a:rPr lang="en-US" altLang="ko-KR">
                <a:ea typeface="굴림" panose="020B0600000101010101" pitchFamily="34" charset="-127"/>
              </a:rPr>
              <a:t>And Finally: Deal With the Myths of Aging as  They Exist</a:t>
            </a:r>
            <a:br>
              <a:rPr lang="en-US" altLang="ko-KR">
                <a:ea typeface="굴림" panose="020B0600000101010101" pitchFamily="34" charset="-127"/>
              </a:rPr>
            </a:br>
            <a:endParaRPr lang="en-US" altLang="ko-KR">
              <a:ea typeface="굴림" panose="020B0600000101010101" pitchFamily="34" charset="-127"/>
            </a:endParaRPr>
          </a:p>
        </p:txBody>
      </p:sp>
      <p:sp>
        <p:nvSpPr>
          <p:cNvPr id="11267" name="Rectangle 3">
            <a:extLst>
              <a:ext uri="{FF2B5EF4-FFF2-40B4-BE49-F238E27FC236}">
                <a16:creationId xmlns:a16="http://schemas.microsoft.com/office/drawing/2014/main" id="{3E897482-D3EE-47C9-87DA-017B99633CEE}"/>
              </a:ext>
            </a:extLst>
          </p:cNvPr>
          <p:cNvSpPr>
            <a:spLocks noGrp="1" noChangeArrowheads="1"/>
          </p:cNvSpPr>
          <p:nvPr>
            <p:ph type="body" idx="1"/>
          </p:nvPr>
        </p:nvSpPr>
        <p:spPr>
          <a:xfrm>
            <a:off x="685800" y="1676400"/>
            <a:ext cx="7772400" cy="4454525"/>
          </a:xfrm>
        </p:spPr>
        <p:txBody>
          <a:bodyPr/>
          <a:lstStyle/>
          <a:p>
            <a:r>
              <a:rPr lang="en-US" altLang="ko-KR">
                <a:ea typeface="굴림" panose="020B0600000101010101" pitchFamily="34" charset="-127"/>
              </a:rPr>
              <a:t>Source: Rowe, J.W. &amp; Kahn, R.L. (1998). </a:t>
            </a:r>
            <a:r>
              <a:rPr lang="en-US" altLang="ko-KR" u="sng">
                <a:ea typeface="굴림" panose="020B0600000101010101" pitchFamily="34" charset="-127"/>
              </a:rPr>
              <a:t>Successful Aging: The MacArthur Foiundation Study. </a:t>
            </a:r>
            <a:r>
              <a:rPr lang="en-US" altLang="ko-KR">
                <a:ea typeface="굴림" panose="020B0600000101010101" pitchFamily="34" charset="-127"/>
              </a:rPr>
              <a:t> New York: Dell Publishing Company.</a:t>
            </a:r>
          </a:p>
          <a:p>
            <a:endParaRPr lang="en-US" altLang="ko-KR">
              <a:ea typeface="굴림" panose="020B0600000101010101" pitchFamily="34" charset="-127"/>
            </a:endParaRPr>
          </a:p>
          <a:p>
            <a:r>
              <a:rPr lang="en-US" altLang="ko-KR">
                <a:ea typeface="굴림" panose="020B0600000101010101" pitchFamily="34" charset="-127"/>
              </a:rPr>
              <a:t>(available through Amazon.com)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5E23715A-4637-9B2E-67BD-FA1E7EBF2A7B}"/>
              </a:ext>
            </a:extLst>
          </p:cNvPr>
          <p:cNvSpPr>
            <a:spLocks noGrp="1" noChangeArrowheads="1"/>
          </p:cNvSpPr>
          <p:nvPr>
            <p:ph type="title"/>
          </p:nvPr>
        </p:nvSpPr>
        <p:spPr/>
        <p:txBody>
          <a:bodyPr/>
          <a:lstStyle/>
          <a:p>
            <a:r>
              <a:rPr lang="en-US" altLang="ko-KR">
                <a:ea typeface="굴림" panose="020B0600000101010101" pitchFamily="34" charset="-127"/>
              </a:rPr>
              <a:t>Myth #1</a:t>
            </a:r>
          </a:p>
        </p:txBody>
      </p:sp>
      <p:sp>
        <p:nvSpPr>
          <p:cNvPr id="27651" name="Rectangle 3">
            <a:extLst>
              <a:ext uri="{FF2B5EF4-FFF2-40B4-BE49-F238E27FC236}">
                <a16:creationId xmlns:a16="http://schemas.microsoft.com/office/drawing/2014/main" id="{782DDD30-5020-909D-7B3A-0F6FCBB4EE8E}"/>
              </a:ext>
            </a:extLst>
          </p:cNvPr>
          <p:cNvSpPr>
            <a:spLocks noGrp="1" noChangeArrowheads="1"/>
          </p:cNvSpPr>
          <p:nvPr>
            <p:ph type="body" idx="1"/>
          </p:nvPr>
        </p:nvSpPr>
        <p:spPr/>
        <p:txBody>
          <a:bodyPr/>
          <a:lstStyle/>
          <a:p>
            <a:pPr algn="ctr"/>
            <a:r>
              <a:rPr lang="en-US" altLang="ko-KR" u="sng">
                <a:ea typeface="굴림" panose="020B0600000101010101" pitchFamily="34" charset="-127"/>
              </a:rPr>
              <a:t>To be old is to be sick</a:t>
            </a:r>
          </a:p>
          <a:p>
            <a:pPr algn="ctr"/>
            <a:endParaRPr lang="en-US" altLang="ko-KR" u="sng">
              <a:ea typeface="굴림" panose="020B0600000101010101" pitchFamily="34" charset="-127"/>
            </a:endParaRPr>
          </a:p>
          <a:p>
            <a:pPr algn="ctr"/>
            <a:r>
              <a:rPr lang="en-US" altLang="ko-KR" u="sng">
                <a:ea typeface="굴림" panose="020B0600000101010101" pitchFamily="34" charset="-127"/>
              </a:rPr>
              <a:t>FACTS based on Research</a:t>
            </a:r>
            <a:endParaRPr lang="en-US" altLang="ko-KR">
              <a:ea typeface="굴림" panose="020B0600000101010101" pitchFamily="34" charset="-127"/>
            </a:endParaRPr>
          </a:p>
          <a:p>
            <a:pPr algn="ctr"/>
            <a:r>
              <a:rPr lang="en-US" altLang="ko-KR">
                <a:ea typeface="굴림" panose="020B0600000101010101" pitchFamily="34" charset="-127"/>
              </a:rPr>
              <a:t>People are much more likely to age well than become decrepit &amp; dependent</a:t>
            </a:r>
          </a:p>
          <a:p>
            <a:pPr algn="ctr"/>
            <a:r>
              <a:rPr lang="en-US" altLang="ko-KR">
                <a:ea typeface="굴림" panose="020B0600000101010101" pitchFamily="34" charset="-127"/>
              </a:rPr>
              <a:t>Age-related disabilities declining;  of those 65-74 in 1994, a full 89% reported no disability whatever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53C2462D-6E0A-8AE0-E912-B8EC4A3BC7E0}"/>
              </a:ext>
            </a:extLst>
          </p:cNvPr>
          <p:cNvSpPr>
            <a:spLocks noGrp="1" noChangeArrowheads="1"/>
          </p:cNvSpPr>
          <p:nvPr>
            <p:ph type="title"/>
          </p:nvPr>
        </p:nvSpPr>
        <p:spPr/>
        <p:txBody>
          <a:bodyPr/>
          <a:lstStyle/>
          <a:p>
            <a:r>
              <a:rPr lang="en-US" altLang="ko-KR">
                <a:ea typeface="굴림" panose="020B0600000101010101" pitchFamily="34" charset="-127"/>
              </a:rPr>
              <a:t>Myth #2</a:t>
            </a:r>
          </a:p>
        </p:txBody>
      </p:sp>
      <p:sp>
        <p:nvSpPr>
          <p:cNvPr id="28675" name="Rectangle 3">
            <a:extLst>
              <a:ext uri="{FF2B5EF4-FFF2-40B4-BE49-F238E27FC236}">
                <a16:creationId xmlns:a16="http://schemas.microsoft.com/office/drawing/2014/main" id="{B7DCD9BE-8B99-E448-2F29-3377366CE7AE}"/>
              </a:ext>
            </a:extLst>
          </p:cNvPr>
          <p:cNvSpPr>
            <a:spLocks noGrp="1" noChangeArrowheads="1"/>
          </p:cNvSpPr>
          <p:nvPr>
            <p:ph type="body" idx="1"/>
          </p:nvPr>
        </p:nvSpPr>
        <p:spPr/>
        <p:txBody>
          <a:bodyPr/>
          <a:lstStyle/>
          <a:p>
            <a:pPr algn="ctr"/>
            <a:r>
              <a:rPr lang="en-US" altLang="ko-KR" u="sng">
                <a:ea typeface="굴림" panose="020B0600000101010101" pitchFamily="34" charset="-127"/>
              </a:rPr>
              <a:t>You can’t teach an old dog new tricks</a:t>
            </a:r>
          </a:p>
          <a:p>
            <a:pPr algn="ctr"/>
            <a:endParaRPr lang="en-US" altLang="ko-KR" u="sng">
              <a:ea typeface="굴림" panose="020B0600000101010101" pitchFamily="34" charset="-127"/>
            </a:endParaRPr>
          </a:p>
          <a:p>
            <a:pPr algn="ctr"/>
            <a:r>
              <a:rPr lang="en-US" altLang="ko-KR" u="sng">
                <a:ea typeface="굴림" panose="020B0600000101010101" pitchFamily="34" charset="-127"/>
              </a:rPr>
              <a:t>FACTS</a:t>
            </a:r>
            <a:endParaRPr lang="en-US" altLang="ko-KR">
              <a:ea typeface="굴림" panose="020B0600000101010101" pitchFamily="34" charset="-127"/>
            </a:endParaRPr>
          </a:p>
          <a:p>
            <a:pPr algn="ctr"/>
            <a:r>
              <a:rPr lang="en-US" altLang="ko-KR">
                <a:ea typeface="굴림" panose="020B0600000101010101" pitchFamily="34" charset="-127"/>
              </a:rPr>
              <a:t>Wrong, wrong, wrong, wrong!</a:t>
            </a:r>
          </a:p>
          <a:p>
            <a:pPr algn="ctr"/>
            <a:r>
              <a:rPr lang="en-US" altLang="ko-KR">
                <a:ea typeface="굴림" panose="020B0600000101010101" pitchFamily="34" charset="-127"/>
              </a:rPr>
              <a:t>Older people learn differently,but they learn</a:t>
            </a:r>
          </a:p>
          <a:p>
            <a:pPr algn="ctr"/>
            <a:r>
              <a:rPr lang="en-US" altLang="ko-KR">
                <a:ea typeface="굴림" panose="020B0600000101010101" pitchFamily="34" charset="-127"/>
              </a:rPr>
              <a:t>Flexibility &amp; adaptability are actually hall marks of successful aging/agers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42ADFA5-801C-DFDA-8CEE-D9A52B4AC43B}"/>
              </a:ext>
            </a:extLst>
          </p:cNvPr>
          <p:cNvSpPr>
            <a:spLocks noGrp="1" noChangeArrowheads="1"/>
          </p:cNvSpPr>
          <p:nvPr>
            <p:ph type="title"/>
          </p:nvPr>
        </p:nvSpPr>
        <p:spPr/>
        <p:txBody>
          <a:bodyPr/>
          <a:lstStyle/>
          <a:p>
            <a:r>
              <a:rPr lang="en-US" altLang="ko-KR">
                <a:ea typeface="굴림" panose="020B0600000101010101" pitchFamily="34" charset="-127"/>
              </a:rPr>
              <a:t>Key Features Predicting Strong Mental Function in OA’s</a:t>
            </a:r>
          </a:p>
        </p:txBody>
      </p:sp>
      <p:sp>
        <p:nvSpPr>
          <p:cNvPr id="30723" name="Rectangle 3">
            <a:extLst>
              <a:ext uri="{FF2B5EF4-FFF2-40B4-BE49-F238E27FC236}">
                <a16:creationId xmlns:a16="http://schemas.microsoft.com/office/drawing/2014/main" id="{668F8042-0FFE-0F72-FA65-EB0FE22B4E63}"/>
              </a:ext>
            </a:extLst>
          </p:cNvPr>
          <p:cNvSpPr>
            <a:spLocks noGrp="1" noChangeArrowheads="1"/>
          </p:cNvSpPr>
          <p:nvPr>
            <p:ph type="body" idx="1"/>
          </p:nvPr>
        </p:nvSpPr>
        <p:spPr/>
        <p:txBody>
          <a:bodyPr/>
          <a:lstStyle/>
          <a:p>
            <a:r>
              <a:rPr lang="en-US" altLang="ko-KR">
                <a:ea typeface="굴림" panose="020B0600000101010101" pitchFamily="34" charset="-127"/>
              </a:rPr>
              <a:t>Regular physical activity</a:t>
            </a:r>
          </a:p>
          <a:p>
            <a:endParaRPr lang="en-US" altLang="ko-KR">
              <a:ea typeface="굴림" panose="020B0600000101010101" pitchFamily="34" charset="-127"/>
            </a:endParaRPr>
          </a:p>
          <a:p>
            <a:r>
              <a:rPr lang="en-US" altLang="ko-KR">
                <a:ea typeface="굴림" panose="020B0600000101010101" pitchFamily="34" charset="-127"/>
              </a:rPr>
              <a:t>Strong social support system</a:t>
            </a:r>
          </a:p>
          <a:p>
            <a:endParaRPr lang="en-US" altLang="ko-KR">
              <a:ea typeface="굴림" panose="020B0600000101010101" pitchFamily="34" charset="-127"/>
            </a:endParaRPr>
          </a:p>
          <a:p>
            <a:r>
              <a:rPr lang="en-US" altLang="ko-KR">
                <a:ea typeface="굴림" panose="020B0600000101010101" pitchFamily="34" charset="-127"/>
              </a:rPr>
              <a:t>Belief in one’s ability to handle what life has to offer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5D7B923-7471-FFAE-80F0-C886533F2DEB}"/>
              </a:ext>
            </a:extLst>
          </p:cNvPr>
          <p:cNvSpPr>
            <a:spLocks noGrp="1" noChangeArrowheads="1"/>
          </p:cNvSpPr>
          <p:nvPr>
            <p:ph type="title"/>
          </p:nvPr>
        </p:nvSpPr>
        <p:spPr/>
        <p:txBody>
          <a:bodyPr/>
          <a:lstStyle/>
          <a:p>
            <a:r>
              <a:rPr lang="en-US" altLang="ko-KR">
                <a:ea typeface="굴림" panose="020B0600000101010101" pitchFamily="34" charset="-127"/>
              </a:rPr>
              <a:t>Myth # 3</a:t>
            </a:r>
          </a:p>
        </p:txBody>
      </p:sp>
      <p:sp>
        <p:nvSpPr>
          <p:cNvPr id="29699" name="Rectangle 3">
            <a:extLst>
              <a:ext uri="{FF2B5EF4-FFF2-40B4-BE49-F238E27FC236}">
                <a16:creationId xmlns:a16="http://schemas.microsoft.com/office/drawing/2014/main" id="{E06BFA7C-6A38-7BAD-B394-80C668E41DFA}"/>
              </a:ext>
            </a:extLst>
          </p:cNvPr>
          <p:cNvSpPr>
            <a:spLocks noGrp="1" noChangeArrowheads="1"/>
          </p:cNvSpPr>
          <p:nvPr>
            <p:ph type="body" idx="1"/>
          </p:nvPr>
        </p:nvSpPr>
        <p:spPr/>
        <p:txBody>
          <a:bodyPr/>
          <a:lstStyle/>
          <a:p>
            <a:pPr algn="ctr"/>
            <a:r>
              <a:rPr lang="en-US" altLang="ko-KR" u="sng">
                <a:ea typeface="굴림" panose="020B0600000101010101" pitchFamily="34" charset="-127"/>
              </a:rPr>
              <a:t>The Horse is Out of the Barn</a:t>
            </a:r>
          </a:p>
          <a:p>
            <a:pPr algn="ctr"/>
            <a:endParaRPr lang="en-US" altLang="ko-KR" u="sng">
              <a:ea typeface="굴림" panose="020B0600000101010101" pitchFamily="34" charset="-127"/>
            </a:endParaRPr>
          </a:p>
          <a:p>
            <a:pPr algn="ctr"/>
            <a:r>
              <a:rPr lang="en-US" altLang="ko-KR" u="sng">
                <a:ea typeface="굴림" panose="020B0600000101010101" pitchFamily="34" charset="-127"/>
              </a:rPr>
              <a:t>FACTS</a:t>
            </a:r>
            <a:endParaRPr lang="en-US" altLang="ko-KR">
              <a:ea typeface="굴림" panose="020B0600000101010101" pitchFamily="34" charset="-127"/>
            </a:endParaRPr>
          </a:p>
          <a:p>
            <a:pPr algn="ctr"/>
            <a:r>
              <a:rPr lang="en-US" altLang="ko-KR">
                <a:ea typeface="굴림" panose="020B0600000101010101" pitchFamily="34" charset="-127"/>
              </a:rPr>
              <a:t>“Nature is remarkably forgiving”</a:t>
            </a:r>
          </a:p>
          <a:p>
            <a:pPr algn="ctr"/>
            <a:r>
              <a:rPr lang="en-US" altLang="ko-KR">
                <a:ea typeface="굴림" panose="020B0600000101010101" pitchFamily="34" charset="-127"/>
              </a:rPr>
              <a:t>“Research shows that it is almost never too late to begin healthy habits, such as smoking cessation, sensible diet, exercise,  &amp; the like.”</a:t>
            </a:r>
          </a:p>
          <a:p>
            <a:pPr algn="ctr"/>
            <a:endParaRPr lang="en-US" altLang="ko-KR" u="sng">
              <a:ea typeface="굴림" panose="020B0600000101010101" pitchFamily="34" charset="-127"/>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46CCE2AE-7508-FB27-A7BD-0779D509552F}"/>
              </a:ext>
            </a:extLst>
          </p:cNvPr>
          <p:cNvSpPr>
            <a:spLocks noGrp="1" noChangeArrowheads="1"/>
          </p:cNvSpPr>
          <p:nvPr>
            <p:ph type="title"/>
          </p:nvPr>
        </p:nvSpPr>
        <p:spPr/>
        <p:txBody>
          <a:bodyPr/>
          <a:lstStyle/>
          <a:p>
            <a:r>
              <a:rPr lang="en-US" altLang="ko-KR">
                <a:ea typeface="굴림" panose="020B0600000101010101" pitchFamily="34" charset="-127"/>
              </a:rPr>
              <a:t>Myth #4</a:t>
            </a:r>
          </a:p>
        </p:txBody>
      </p:sp>
      <p:sp>
        <p:nvSpPr>
          <p:cNvPr id="31747" name="Rectangle 3">
            <a:extLst>
              <a:ext uri="{FF2B5EF4-FFF2-40B4-BE49-F238E27FC236}">
                <a16:creationId xmlns:a16="http://schemas.microsoft.com/office/drawing/2014/main" id="{1DB65AB5-F33C-07F2-C618-F88342E098B7}"/>
              </a:ext>
            </a:extLst>
          </p:cNvPr>
          <p:cNvSpPr>
            <a:spLocks noGrp="1" noChangeArrowheads="1"/>
          </p:cNvSpPr>
          <p:nvPr>
            <p:ph type="body" idx="1"/>
          </p:nvPr>
        </p:nvSpPr>
        <p:spPr/>
        <p:txBody>
          <a:bodyPr/>
          <a:lstStyle/>
          <a:p>
            <a:r>
              <a:rPr lang="en-US" altLang="ko-KR" u="sng">
                <a:ea typeface="굴림" panose="020B0600000101010101" pitchFamily="34" charset="-127"/>
              </a:rPr>
              <a:t>The secret is choose your parents wisely</a:t>
            </a:r>
          </a:p>
          <a:p>
            <a:endParaRPr lang="en-US" altLang="ko-KR" u="sng">
              <a:ea typeface="굴림" panose="020B0600000101010101" pitchFamily="34" charset="-127"/>
            </a:endParaRPr>
          </a:p>
          <a:p>
            <a:pPr algn="ctr"/>
            <a:r>
              <a:rPr lang="en-US" altLang="ko-KR" u="sng">
                <a:ea typeface="굴림" panose="020B0600000101010101" pitchFamily="34" charset="-127"/>
              </a:rPr>
              <a:t>FACT</a:t>
            </a:r>
            <a:endParaRPr lang="en-US" altLang="ko-KR">
              <a:ea typeface="굴림" panose="020B0600000101010101" pitchFamily="34" charset="-127"/>
            </a:endParaRPr>
          </a:p>
          <a:p>
            <a:pPr algn="ctr"/>
            <a:r>
              <a:rPr lang="en-US" altLang="ko-KR">
                <a:ea typeface="굴림" panose="020B0600000101010101" pitchFamily="34" charset="-127"/>
              </a:rPr>
              <a:t>Swedish Twins Study: only 30% of physical aging can be blamed on genes, &amp; about half the changes in mental function</a:t>
            </a:r>
          </a:p>
          <a:p>
            <a:pPr algn="ctr"/>
            <a:endParaRPr lang="en-US" altLang="ko-KR">
              <a:ea typeface="굴림" panose="020B0600000101010101" pitchFamily="34" charset="-127"/>
            </a:endParaRPr>
          </a:p>
          <a:p>
            <a:pPr algn="ctr"/>
            <a:r>
              <a:rPr lang="en-US" altLang="ko-KR">
                <a:ea typeface="굴림" panose="020B0600000101010101" pitchFamily="34" charset="-127"/>
              </a:rPr>
              <a:t>“We are, in large part, responsible for our old age.”</a:t>
            </a:r>
            <a:r>
              <a:rPr lang="en-US" altLang="ko-KR" u="sng">
                <a:ea typeface="굴림" panose="020B0600000101010101" pitchFamily="34" charset="-127"/>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2D8783B-0D11-4896-403D-A7B7BCC0175A}"/>
              </a:ext>
            </a:extLst>
          </p:cNvPr>
          <p:cNvSpPr>
            <a:spLocks noGrp="1" noChangeArrowheads="1"/>
          </p:cNvSpPr>
          <p:nvPr>
            <p:ph type="title"/>
          </p:nvPr>
        </p:nvSpPr>
        <p:spPr/>
        <p:txBody>
          <a:bodyPr/>
          <a:lstStyle/>
          <a:p>
            <a:r>
              <a:rPr lang="en-US" altLang="ko-KR">
                <a:ea typeface="굴림" panose="020B0600000101010101" pitchFamily="34" charset="-127"/>
              </a:rPr>
              <a:t>Myth #5</a:t>
            </a:r>
          </a:p>
        </p:txBody>
      </p:sp>
      <p:sp>
        <p:nvSpPr>
          <p:cNvPr id="32771" name="Rectangle 3">
            <a:extLst>
              <a:ext uri="{FF2B5EF4-FFF2-40B4-BE49-F238E27FC236}">
                <a16:creationId xmlns:a16="http://schemas.microsoft.com/office/drawing/2014/main" id="{AD94892E-6ED4-223C-92AB-39F1C0CA90AC}"/>
              </a:ext>
            </a:extLst>
          </p:cNvPr>
          <p:cNvSpPr>
            <a:spLocks noGrp="1" noChangeArrowheads="1"/>
          </p:cNvSpPr>
          <p:nvPr>
            <p:ph type="body" idx="1"/>
          </p:nvPr>
        </p:nvSpPr>
        <p:spPr/>
        <p:txBody>
          <a:bodyPr/>
          <a:lstStyle/>
          <a:p>
            <a:pPr algn="ctr"/>
            <a:r>
              <a:rPr lang="en-US" altLang="ko-KR" u="sng">
                <a:ea typeface="굴림" panose="020B0600000101010101" pitchFamily="34" charset="-127"/>
              </a:rPr>
              <a:t>Older adults don’t pull their own weight</a:t>
            </a:r>
          </a:p>
          <a:p>
            <a:pPr algn="ctr"/>
            <a:endParaRPr lang="en-US" altLang="ko-KR" u="sng">
              <a:ea typeface="굴림" panose="020B0600000101010101" pitchFamily="34" charset="-127"/>
            </a:endParaRPr>
          </a:p>
          <a:p>
            <a:pPr algn="ctr"/>
            <a:r>
              <a:rPr lang="en-US" altLang="ko-KR" u="sng">
                <a:ea typeface="굴림" panose="020B0600000101010101" pitchFamily="34" charset="-127"/>
              </a:rPr>
              <a:t>FACTS</a:t>
            </a:r>
          </a:p>
          <a:p>
            <a:pPr algn="ctr"/>
            <a:r>
              <a:rPr lang="en-US" altLang="ko-KR">
                <a:ea typeface="굴림" panose="020B0600000101010101" pitchFamily="34" charset="-127"/>
              </a:rPr>
              <a:t>Wrong measures: Only paid work counts as “productive”</a:t>
            </a:r>
          </a:p>
          <a:p>
            <a:pPr algn="ctr"/>
            <a:r>
              <a:rPr lang="en-US" altLang="ko-KR">
                <a:ea typeface="굴림" panose="020B0600000101010101" pitchFamily="34" charset="-127"/>
              </a:rPr>
              <a:t>Ageism in the workplace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2D3E1A9-3EDB-09A8-C2CB-27099DD85951}"/>
              </a:ext>
            </a:extLst>
          </p:cNvPr>
          <p:cNvSpPr>
            <a:spLocks noGrp="1" noChangeArrowheads="1"/>
          </p:cNvSpPr>
          <p:nvPr>
            <p:ph type="ctrTitle"/>
          </p:nvPr>
        </p:nvSpPr>
        <p:spPr/>
        <p:txBody>
          <a:bodyPr/>
          <a:lstStyle/>
          <a:p>
            <a:r>
              <a:rPr lang="en-US" altLang="ko-KR">
                <a:ea typeface="굴림" panose="020B0600000101010101" pitchFamily="34" charset="-127"/>
              </a:rPr>
              <a:t>Thank You For Coming!</a:t>
            </a:r>
          </a:p>
        </p:txBody>
      </p:sp>
      <p:sp>
        <p:nvSpPr>
          <p:cNvPr id="33795" name="Rectangle 3">
            <a:extLst>
              <a:ext uri="{FF2B5EF4-FFF2-40B4-BE49-F238E27FC236}">
                <a16:creationId xmlns:a16="http://schemas.microsoft.com/office/drawing/2014/main" id="{F9D7D395-7BC2-84BE-D594-1884A6F216C7}"/>
              </a:ext>
            </a:extLst>
          </p:cNvPr>
          <p:cNvSpPr>
            <a:spLocks noGrp="1" noChangeArrowheads="1"/>
          </p:cNvSpPr>
          <p:nvPr>
            <p:ph type="subTitle" idx="1"/>
          </p:nvPr>
        </p:nvSpPr>
        <p:spPr/>
        <p:txBody>
          <a:bodyPr/>
          <a:lstStyle/>
          <a:p>
            <a:endParaRPr lang="ko-KR" altLang="ko-KR"/>
          </a:p>
        </p:txBody>
      </p:sp>
    </p:spTree>
  </p:cSld>
  <p:clrMapOvr>
    <a:masterClrMapping/>
  </p:clrMapOvr>
</p:sld>
</file>

<file path=ppt/theme/theme1.xml><?xml version="1.0" encoding="utf-8"?>
<a:theme xmlns:a="http://schemas.openxmlformats.org/drawingml/2006/main" name="Blue Diagonal">
  <a:themeElements>
    <a:clrScheme name="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fontScheme name="Blue Diag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ko-KR" sz="2400" b="1" i="0" u="sng"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ko-KR" sz="2400" b="1" i="0" u="sng"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clrMap bg1="dk2" tx1="lt1" bg2="dk1" tx2="lt2" accent1="accent1" accent2="accent2" accent3="accent3" accent4="accent4" accent5="accent5" accent6="accent6" hlink="hlink" folHlink="folHlink"/>
    </a:extraClrScheme>
    <a:extraClrScheme>
      <a:clrScheme name="Blue Diagonal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CCECFF"/>
        </a:folHlink>
      </a:clrScheme>
      <a:clrMap bg1="lt1" tx1="dk1" bg2="lt2" tx2="dk2" accent1="accent1" accent2="accent2" accent3="accent3" accent4="accent4" accent5="accent5" accent6="accent6" hlink="hlink" folHlink="folHlink"/>
    </a:extraClrScheme>
    <a:extraClrScheme>
      <a:clrScheme name="Blue Diagonal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Blue Diagonal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CC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Files\PP\Templates\Presentation Designs\Blue Diagonal.pot</Template>
  <TotalTime>952</TotalTime>
  <Words>1060</Words>
  <Application>Microsoft Macintosh PowerPoint</Application>
  <PresentationFormat>화면 슬라이드 쇼(4:3)</PresentationFormat>
  <Paragraphs>135</Paragraphs>
  <Slides>29</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29</vt:i4>
      </vt:variant>
    </vt:vector>
  </HeadingPairs>
  <TitlesOfParts>
    <vt:vector size="32" baseType="lpstr">
      <vt:lpstr>Times New Roman</vt:lpstr>
      <vt:lpstr>Wingdings</vt:lpstr>
      <vt:lpstr>Blue Diagonal</vt:lpstr>
      <vt:lpstr>Being An Older Adult in an Ageist Society</vt:lpstr>
      <vt:lpstr>JUST REMEMBER:</vt:lpstr>
      <vt:lpstr>AGEISM</vt:lpstr>
      <vt:lpstr>AGEISM: What Is It?</vt:lpstr>
      <vt:lpstr>PowerPoint 프레젠테이션</vt:lpstr>
      <vt:lpstr>PowerPoint 프레젠테이션</vt:lpstr>
      <vt:lpstr>“</vt:lpstr>
      <vt:lpstr>Characteristics of  the “New Ageism”</vt:lpstr>
      <vt:lpstr>Moreover...</vt:lpstr>
      <vt:lpstr>Kalish says:</vt:lpstr>
      <vt:lpstr>Ageism Revisited (Bytheway &amp; Johnson, 1990)</vt:lpstr>
      <vt:lpstr>Moreover, ageism:</vt:lpstr>
      <vt:lpstr>Ageists:</vt:lpstr>
      <vt:lpstr>MANIFESTATIONS  of AGEISM</vt:lpstr>
      <vt:lpstr>PowerPoint 프레젠테이션</vt:lpstr>
      <vt:lpstr>PowerPoint 프레젠테이션</vt:lpstr>
      <vt:lpstr>THEORETICAL FOUNDATIONS FOR AGEISM</vt:lpstr>
      <vt:lpstr>PowerPoint 프레젠테이션</vt:lpstr>
      <vt:lpstr>PowerPoint 프레젠테이션</vt:lpstr>
      <vt:lpstr>Combatting the Downward Spiral</vt:lpstr>
      <vt:lpstr>PowerPoint 프레젠테이션</vt:lpstr>
      <vt:lpstr>And Finally: Deal With the Myths of Aging as  They Exist </vt:lpstr>
      <vt:lpstr>Myth #1</vt:lpstr>
      <vt:lpstr>Myth #2</vt:lpstr>
      <vt:lpstr>Key Features Predicting Strong Mental Function in OA’s</vt:lpstr>
      <vt:lpstr>Myth # 3</vt:lpstr>
      <vt:lpstr>Myth #4</vt:lpstr>
      <vt:lpstr>Myth #5</vt:lpstr>
      <vt:lpstr>Thank You For Coming!</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Being An Older Adult in an Ageist Society</dc:title>
  <dc:creator>Mom</dc:creator>
  <cp:keywords/>
  <cp:lastModifiedBy>Suji Kim</cp:lastModifiedBy>
  <cp:revision>7</cp:revision>
  <dcterms:created xsi:type="dcterms:W3CDTF">2003-09-28T00:01:31Z</dcterms:created>
  <dcterms:modified xsi:type="dcterms:W3CDTF">2026-04-11T12:31:49Z</dcterms:modified>
</cp:coreProperties>
</file>